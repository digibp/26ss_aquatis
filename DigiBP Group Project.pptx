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4"/>
  </p:sldMasterIdLst>
  <p:notesMasterIdLst>
    <p:notesMasterId r:id="rId14"/>
  </p:notesMasterIdLst>
  <p:handoutMasterIdLst>
    <p:handoutMasterId r:id="rId15"/>
  </p:handoutMasterIdLst>
  <p:sldIdLst>
    <p:sldId id="424" r:id="rId5"/>
    <p:sldId id="257" r:id="rId6"/>
    <p:sldId id="258" r:id="rId7"/>
    <p:sldId id="259" r:id="rId8"/>
    <p:sldId id="260" r:id="rId9"/>
    <p:sldId id="517" r:id="rId10"/>
    <p:sldId id="262" r:id="rId11"/>
    <p:sldId id="441" r:id="rId12"/>
    <p:sldId id="516" r:id="rId13"/>
  </p:sldIdLst>
  <p:sldSz cx="13442950" cy="7561263"/>
  <p:notesSz cx="6811963" cy="9942513"/>
  <p:defaultTextStyle>
    <a:defPPr>
      <a:defRPr lang="de-CH"/>
    </a:defPPr>
    <a:lvl1pPr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9" userDrawn="1">
          <p15:clr>
            <a:srgbClr val="A4A3A4"/>
          </p15:clr>
        </p15:guide>
        <p15:guide id="2" pos="1036" userDrawn="1">
          <p15:clr>
            <a:srgbClr val="A4A3A4"/>
          </p15:clr>
        </p15:guide>
        <p15:guide id="3" pos="191" userDrawn="1">
          <p15:clr>
            <a:srgbClr val="A4A3A4"/>
          </p15:clr>
        </p15:guide>
        <p15:guide id="4" orient="horz" pos="1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100"/>
    <a:srgbClr val="FFC000"/>
    <a:srgbClr val="3B4D87"/>
    <a:srgbClr val="00508C"/>
    <a:srgbClr val="003479"/>
    <a:srgbClr val="ECE4DC"/>
    <a:srgbClr val="333399"/>
    <a:srgbClr val="FF0000"/>
    <a:srgbClr val="876F4B"/>
    <a:srgbClr val="A78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F8007-145A-585F-D321-0D6C5250DD3C}" v="953" dt="2026-05-27T20:29:38.126"/>
    <p1510:client id="{1D3F0F61-BCD1-4751-158A-831AF1DA8B42}" v="4" dt="2026-05-28T09:12:24.399"/>
    <p1510:client id="{4637EB6D-DBA2-7429-0B3E-ADBCCD51E068}" v="1522" dt="2026-05-27T19:45:28.757"/>
    <p1510:client id="{692E59AF-60C7-5045-98CC-E8030FA83D64}" v="523" dt="2026-05-28T10:09:01.052"/>
    <p1510:client id="{7BAF2531-6FA1-4CAF-990F-D938D6C2A244}" v="4" dt="2026-05-27T17:38:16.030"/>
    <p1510:client id="{A310C4D2-4632-4EBC-BC31-0EC6100C06D5}" v="101" dt="2026-05-28T10:50:27.024"/>
    <p1510:client id="{A478E996-D15E-CF0A-54C6-AD5FF1DC0CF6}" v="261" dt="2026-05-27T19:07:40.388"/>
    <p1510:client id="{D13C99C0-60CA-7B4F-9473-7E6D72BABAC1}" v="380" dt="2026-05-28T10:56:42.27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469"/>
        <p:guide pos="1036"/>
        <p:guide pos="191"/>
        <p:guide orient="horz" pos="147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quet (s)" userId="S::alexis.marquet@students.fhnw.ch::28466db7-c4cd-40c0-9565-15b1a91727ad" providerId="AD" clId="Web-{1D3F0F61-BCD1-4751-158A-831AF1DA8B42}"/>
    <pc:docChg chg="modSld">
      <pc:chgData name="Alexis Marquet (s)" userId="S::alexis.marquet@students.fhnw.ch::28466db7-c4cd-40c0-9565-15b1a91727ad" providerId="AD" clId="Web-{1D3F0F61-BCD1-4751-158A-831AF1DA8B42}" dt="2026-05-28T09:12:24.399" v="3" actId="20577"/>
      <pc:docMkLst>
        <pc:docMk/>
      </pc:docMkLst>
      <pc:sldChg chg="modSp">
        <pc:chgData name="Alexis Marquet (s)" userId="S::alexis.marquet@students.fhnw.ch::28466db7-c4cd-40c0-9565-15b1a91727ad" providerId="AD" clId="Web-{1D3F0F61-BCD1-4751-158A-831AF1DA8B42}" dt="2026-05-28T09:12:24.399" v="3" actId="20577"/>
        <pc:sldMkLst>
          <pc:docMk/>
          <pc:sldMk cId="3153575354" sldId="262"/>
        </pc:sldMkLst>
        <pc:spChg chg="mod">
          <ac:chgData name="Alexis Marquet (s)" userId="S::alexis.marquet@students.fhnw.ch::28466db7-c4cd-40c0-9565-15b1a91727ad" providerId="AD" clId="Web-{1D3F0F61-BCD1-4751-158A-831AF1DA8B42}" dt="2026-05-28T09:12:24.399" v="3" actId="20577"/>
          <ac:spMkLst>
            <pc:docMk/>
            <pc:sldMk cId="3153575354" sldId="262"/>
            <ac:spMk id="2" creationId="{66AB724B-CF4B-C8D5-D1DD-31F7E5CEDE01}"/>
          </ac:spMkLst>
        </pc:spChg>
      </pc:sldChg>
    </pc:docChg>
  </pc:docChgLst>
  <pc:docChgLst>
    <pc:chgData name="Alexis Marquet (s)" userId="28466db7-c4cd-40c0-9565-15b1a91727ad" providerId="ADAL" clId="{137F7BAF-F2AE-56F5-8563-20624EC1A3AA}"/>
    <pc:docChg chg="custSel modSld">
      <pc:chgData name="Alexis Marquet (s)" userId="28466db7-c4cd-40c0-9565-15b1a91727ad" providerId="ADAL" clId="{137F7BAF-F2AE-56F5-8563-20624EC1A3AA}" dt="2026-05-28T10:09:01.052" v="529" actId="20577"/>
      <pc:docMkLst>
        <pc:docMk/>
      </pc:docMkLst>
      <pc:sldChg chg="modSp">
        <pc:chgData name="Alexis Marquet (s)" userId="28466db7-c4cd-40c0-9565-15b1a91727ad" providerId="ADAL" clId="{137F7BAF-F2AE-56F5-8563-20624EC1A3AA}" dt="2026-05-28T10:09:01.052" v="529" actId="20577"/>
        <pc:sldMkLst>
          <pc:docMk/>
          <pc:sldMk cId="34848085" sldId="257"/>
        </pc:sldMkLst>
        <pc:graphicFrameChg chg="mod">
          <ac:chgData name="Alexis Marquet (s)" userId="28466db7-c4cd-40c0-9565-15b1a91727ad" providerId="ADAL" clId="{137F7BAF-F2AE-56F5-8563-20624EC1A3AA}" dt="2026-05-28T10:09:01.052" v="529" actId="20577"/>
          <ac:graphicFrameMkLst>
            <pc:docMk/>
            <pc:sldMk cId="34848085" sldId="257"/>
            <ac:graphicFrameMk id="5" creationId="{B6239B2B-1D4F-81D3-C02C-E4C3273163AA}"/>
          </ac:graphicFrameMkLst>
        </pc:graphicFrameChg>
      </pc:sldChg>
      <pc:sldChg chg="addSp delSp modSp mod">
        <pc:chgData name="Alexis Marquet (s)" userId="28466db7-c4cd-40c0-9565-15b1a91727ad" providerId="ADAL" clId="{137F7BAF-F2AE-56F5-8563-20624EC1A3AA}" dt="2026-05-28T10:05:10.379" v="413" actId="20577"/>
        <pc:sldMkLst>
          <pc:docMk/>
          <pc:sldMk cId="391587755" sldId="258"/>
        </pc:sldMkLst>
        <pc:spChg chg="mod">
          <ac:chgData name="Alexis Marquet (s)" userId="28466db7-c4cd-40c0-9565-15b1a91727ad" providerId="ADAL" clId="{137F7BAF-F2AE-56F5-8563-20624EC1A3AA}" dt="2026-05-28T10:05:10.379" v="413" actId="20577"/>
          <ac:spMkLst>
            <pc:docMk/>
            <pc:sldMk cId="391587755" sldId="258"/>
            <ac:spMk id="3" creationId="{1F6E546E-79D3-4503-920B-A93FC82172F6}"/>
          </ac:spMkLst>
        </pc:spChg>
        <pc:spChg chg="add del mod">
          <ac:chgData name="Alexis Marquet (s)" userId="28466db7-c4cd-40c0-9565-15b1a91727ad" providerId="ADAL" clId="{137F7BAF-F2AE-56F5-8563-20624EC1A3AA}" dt="2026-05-28T09:54:17.953" v="50" actId="478"/>
          <ac:spMkLst>
            <pc:docMk/>
            <pc:sldMk cId="391587755" sldId="258"/>
            <ac:spMk id="4" creationId="{F9126172-4F9D-BECB-35A9-90B2B19F374E}"/>
          </ac:spMkLst>
        </pc:spChg>
        <pc:spChg chg="add del mod">
          <ac:chgData name="Alexis Marquet (s)" userId="28466db7-c4cd-40c0-9565-15b1a91727ad" providerId="ADAL" clId="{137F7BAF-F2AE-56F5-8563-20624EC1A3AA}" dt="2026-05-28T09:54:15.717" v="49" actId="21"/>
          <ac:spMkLst>
            <pc:docMk/>
            <pc:sldMk cId="391587755" sldId="258"/>
            <ac:spMk id="6" creationId="{7BE6FEAD-BC62-27DE-1721-D82AB040F247}"/>
          </ac:spMkLst>
        </pc:spChg>
        <pc:spChg chg="add mod">
          <ac:chgData name="Alexis Marquet (s)" userId="28466db7-c4cd-40c0-9565-15b1a91727ad" providerId="ADAL" clId="{137F7BAF-F2AE-56F5-8563-20624EC1A3AA}" dt="2026-05-28T09:54:18.250" v="51"/>
          <ac:spMkLst>
            <pc:docMk/>
            <pc:sldMk cId="391587755" sldId="258"/>
            <ac:spMk id="7" creationId="{FD547927-ED69-F1C4-4BBE-6401CA7A7279}"/>
          </ac:spMkLst>
        </pc:spChg>
      </pc:sldChg>
      <pc:sldChg chg="addSp delSp modSp mod">
        <pc:chgData name="Alexis Marquet (s)" userId="28466db7-c4cd-40c0-9565-15b1a91727ad" providerId="ADAL" clId="{137F7BAF-F2AE-56F5-8563-20624EC1A3AA}" dt="2026-05-28T09:58:03.861" v="130" actId="20577"/>
        <pc:sldMkLst>
          <pc:docMk/>
          <pc:sldMk cId="3733376280" sldId="259"/>
        </pc:sldMkLst>
        <pc:spChg chg="del mod">
          <ac:chgData name="Alexis Marquet (s)" userId="28466db7-c4cd-40c0-9565-15b1a91727ad" providerId="ADAL" clId="{137F7BAF-F2AE-56F5-8563-20624EC1A3AA}" dt="2026-05-28T09:54:56.395" v="59" actId="478"/>
          <ac:spMkLst>
            <pc:docMk/>
            <pc:sldMk cId="3733376280" sldId="259"/>
            <ac:spMk id="2" creationId="{73FAC166-C9C8-CB12-F0D1-5904021C9718}"/>
          </ac:spMkLst>
        </pc:spChg>
        <pc:spChg chg="add mod">
          <ac:chgData name="Alexis Marquet (s)" userId="28466db7-c4cd-40c0-9565-15b1a91727ad" providerId="ADAL" clId="{137F7BAF-F2AE-56F5-8563-20624EC1A3AA}" dt="2026-05-28T09:54:50.740" v="57" actId="21"/>
          <ac:spMkLst>
            <pc:docMk/>
            <pc:sldMk cId="3733376280" sldId="259"/>
            <ac:spMk id="3" creationId="{6BC21955-A863-177C-C4F1-FA55086BF61D}"/>
          </ac:spMkLst>
        </pc:spChg>
        <pc:spChg chg="add del mod">
          <ac:chgData name="Alexis Marquet (s)" userId="28466db7-c4cd-40c0-9565-15b1a91727ad" providerId="ADAL" clId="{137F7BAF-F2AE-56F5-8563-20624EC1A3AA}" dt="2026-05-28T09:55:17.687" v="62" actId="478"/>
          <ac:spMkLst>
            <pc:docMk/>
            <pc:sldMk cId="3733376280" sldId="259"/>
            <ac:spMk id="4" creationId="{72040010-42A0-C494-A7FF-FD9016922931}"/>
          </ac:spMkLst>
        </pc:spChg>
        <pc:spChg chg="add mod">
          <ac:chgData name="Alexis Marquet (s)" userId="28466db7-c4cd-40c0-9565-15b1a91727ad" providerId="ADAL" clId="{137F7BAF-F2AE-56F5-8563-20624EC1A3AA}" dt="2026-05-28T09:55:15.105" v="61"/>
          <ac:spMkLst>
            <pc:docMk/>
            <pc:sldMk cId="3733376280" sldId="259"/>
            <ac:spMk id="6" creationId="{CF8ADECF-41EF-06ED-E2F0-9E91D056E7E2}"/>
          </ac:spMkLst>
        </pc:spChg>
        <pc:graphicFrameChg chg="mod">
          <ac:chgData name="Alexis Marquet (s)" userId="28466db7-c4cd-40c0-9565-15b1a91727ad" providerId="ADAL" clId="{137F7BAF-F2AE-56F5-8563-20624EC1A3AA}" dt="2026-05-28T09:58:03.861" v="130" actId="20577"/>
          <ac:graphicFrameMkLst>
            <pc:docMk/>
            <pc:sldMk cId="3733376280" sldId="259"/>
            <ac:graphicFrameMk id="5" creationId="{6BC4DAE2-27D6-F9B9-7809-0413F44690E5}"/>
          </ac:graphicFrameMkLst>
        </pc:graphicFrameChg>
      </pc:sldChg>
      <pc:sldChg chg="addSp delSp modSp mod">
        <pc:chgData name="Alexis Marquet (s)" userId="28466db7-c4cd-40c0-9565-15b1a91727ad" providerId="ADAL" clId="{137F7BAF-F2AE-56F5-8563-20624EC1A3AA}" dt="2026-05-28T10:07:10.894" v="445" actId="478"/>
        <pc:sldMkLst>
          <pc:docMk/>
          <pc:sldMk cId="3670355953" sldId="260"/>
        </pc:sldMkLst>
        <pc:spChg chg="del">
          <ac:chgData name="Alexis Marquet (s)" userId="28466db7-c4cd-40c0-9565-15b1a91727ad" providerId="ADAL" clId="{137F7BAF-F2AE-56F5-8563-20624EC1A3AA}" dt="2026-05-28T10:07:06.622" v="444" actId="478"/>
          <ac:spMkLst>
            <pc:docMk/>
            <pc:sldMk cId="3670355953" sldId="260"/>
            <ac:spMk id="2" creationId="{92881B27-5451-A2A3-E926-796D16A33A9D}"/>
          </ac:spMkLst>
        </pc:spChg>
        <pc:spChg chg="mod">
          <ac:chgData name="Alexis Marquet (s)" userId="28466db7-c4cd-40c0-9565-15b1a91727ad" providerId="ADAL" clId="{137F7BAF-F2AE-56F5-8563-20624EC1A3AA}" dt="2026-05-28T09:57:09.732" v="96" actId="20577"/>
          <ac:spMkLst>
            <pc:docMk/>
            <pc:sldMk cId="3670355953" sldId="260"/>
            <ac:spMk id="3" creationId="{63348890-97FD-4030-CD5B-93F96733D416}"/>
          </ac:spMkLst>
        </pc:spChg>
        <pc:spChg chg="del">
          <ac:chgData name="Alexis Marquet (s)" userId="28466db7-c4cd-40c0-9565-15b1a91727ad" providerId="ADAL" clId="{137F7BAF-F2AE-56F5-8563-20624EC1A3AA}" dt="2026-05-28T09:55:48.681" v="64" actId="478"/>
          <ac:spMkLst>
            <pc:docMk/>
            <pc:sldMk cId="3670355953" sldId="260"/>
            <ac:spMk id="6" creationId="{4286110F-EA9E-CA3A-DFF3-0D76C1355FDB}"/>
          </ac:spMkLst>
        </pc:spChg>
        <pc:spChg chg="add mod">
          <ac:chgData name="Alexis Marquet (s)" userId="28466db7-c4cd-40c0-9565-15b1a91727ad" providerId="ADAL" clId="{137F7BAF-F2AE-56F5-8563-20624EC1A3AA}" dt="2026-05-28T09:55:50.012" v="65"/>
          <ac:spMkLst>
            <pc:docMk/>
            <pc:sldMk cId="3670355953" sldId="260"/>
            <ac:spMk id="10" creationId="{530D112F-881D-B405-FCE1-B8F75EF68843}"/>
          </ac:spMkLst>
        </pc:spChg>
        <pc:spChg chg="mod">
          <ac:chgData name="Alexis Marquet (s)" userId="28466db7-c4cd-40c0-9565-15b1a91727ad" providerId="ADAL" clId="{137F7BAF-F2AE-56F5-8563-20624EC1A3AA}" dt="2026-05-28T09:58:22.611" v="161" actId="20577"/>
          <ac:spMkLst>
            <pc:docMk/>
            <pc:sldMk cId="3670355953" sldId="260"/>
            <ac:spMk id="12" creationId="{EFD96215-59B3-7102-E2E3-605C6FB8E63C}"/>
          </ac:spMkLst>
        </pc:spChg>
        <pc:spChg chg="mod">
          <ac:chgData name="Alexis Marquet (s)" userId="28466db7-c4cd-40c0-9565-15b1a91727ad" providerId="ADAL" clId="{137F7BAF-F2AE-56F5-8563-20624EC1A3AA}" dt="2026-05-28T10:07:01.753" v="443" actId="1036"/>
          <ac:spMkLst>
            <pc:docMk/>
            <pc:sldMk cId="3670355953" sldId="260"/>
            <ac:spMk id="13" creationId="{6C714890-EB29-89F8-0615-F52BD8F40978}"/>
          </ac:spMkLst>
        </pc:spChg>
        <pc:spChg chg="add mod">
          <ac:chgData name="Alexis Marquet (s)" userId="28466db7-c4cd-40c0-9565-15b1a91727ad" providerId="ADAL" clId="{137F7BAF-F2AE-56F5-8563-20624EC1A3AA}" dt="2026-05-28T10:06:46.168" v="423" actId="20577"/>
          <ac:spMkLst>
            <pc:docMk/>
            <pc:sldMk cId="3670355953" sldId="260"/>
            <ac:spMk id="14" creationId="{A9FD2572-48DF-400E-EC5D-55EFEA46607A}"/>
          </ac:spMkLst>
        </pc:spChg>
        <pc:spChg chg="mod">
          <ac:chgData name="Alexis Marquet (s)" userId="28466db7-c4cd-40c0-9565-15b1a91727ad" providerId="ADAL" clId="{137F7BAF-F2AE-56F5-8563-20624EC1A3AA}" dt="2026-05-28T09:50:26.826" v="25" actId="1076"/>
          <ac:spMkLst>
            <pc:docMk/>
            <pc:sldMk cId="3670355953" sldId="260"/>
            <ac:spMk id="15" creationId="{3EFDCF55-BEF1-22EE-740D-B690FAB3BE3A}"/>
          </ac:spMkLst>
        </pc:spChg>
        <pc:spChg chg="add del mod">
          <ac:chgData name="Alexis Marquet (s)" userId="28466db7-c4cd-40c0-9565-15b1a91727ad" providerId="ADAL" clId="{137F7BAF-F2AE-56F5-8563-20624EC1A3AA}" dt="2026-05-28T10:07:10.894" v="445" actId="478"/>
          <ac:spMkLst>
            <pc:docMk/>
            <pc:sldMk cId="3670355953" sldId="260"/>
            <ac:spMk id="16" creationId="{471CF7A4-081E-9F35-FFCB-20331F70EF27}"/>
          </ac:spMkLst>
        </pc:spChg>
        <pc:spChg chg="mod">
          <ac:chgData name="Alexis Marquet (s)" userId="28466db7-c4cd-40c0-9565-15b1a91727ad" providerId="ADAL" clId="{137F7BAF-F2AE-56F5-8563-20624EC1A3AA}" dt="2026-05-28T09:58:52.815" v="244" actId="20577"/>
          <ac:spMkLst>
            <pc:docMk/>
            <pc:sldMk cId="3670355953" sldId="260"/>
            <ac:spMk id="20" creationId="{B02772DE-8D51-A540-CB75-788EE3959706}"/>
          </ac:spMkLst>
        </pc:spChg>
        <pc:picChg chg="mod">
          <ac:chgData name="Alexis Marquet (s)" userId="28466db7-c4cd-40c0-9565-15b1a91727ad" providerId="ADAL" clId="{137F7BAF-F2AE-56F5-8563-20624EC1A3AA}" dt="2026-05-28T10:06:54.865" v="433" actId="1035"/>
          <ac:picMkLst>
            <pc:docMk/>
            <pc:sldMk cId="3670355953" sldId="260"/>
            <ac:picMk id="7" creationId="{DE5E7DFF-782C-5872-6947-3FF93EF15AFE}"/>
          </ac:picMkLst>
        </pc:picChg>
        <pc:picChg chg="mod">
          <ac:chgData name="Alexis Marquet (s)" userId="28466db7-c4cd-40c0-9565-15b1a91727ad" providerId="ADAL" clId="{137F7BAF-F2AE-56F5-8563-20624EC1A3AA}" dt="2026-05-28T09:49:36.254" v="19" actId="1076"/>
          <ac:picMkLst>
            <pc:docMk/>
            <pc:sldMk cId="3670355953" sldId="260"/>
            <ac:picMk id="8" creationId="{89BDDB01-174D-9572-894B-EF87FA6121B7}"/>
          </ac:picMkLst>
        </pc:picChg>
        <pc:picChg chg="add mod">
          <ac:chgData name="Alexis Marquet (s)" userId="28466db7-c4cd-40c0-9565-15b1a91727ad" providerId="ADAL" clId="{137F7BAF-F2AE-56F5-8563-20624EC1A3AA}" dt="2026-05-28T10:00:32.066" v="266" actId="1076"/>
          <ac:picMkLst>
            <pc:docMk/>
            <pc:sldMk cId="3670355953" sldId="260"/>
            <ac:picMk id="11" creationId="{EF70D31A-358F-3EC9-B03E-DB88409CA445}"/>
          </ac:picMkLst>
        </pc:picChg>
      </pc:sldChg>
      <pc:sldChg chg="modSp mod">
        <pc:chgData name="Alexis Marquet (s)" userId="28466db7-c4cd-40c0-9565-15b1a91727ad" providerId="ADAL" clId="{137F7BAF-F2AE-56F5-8563-20624EC1A3AA}" dt="2026-05-28T10:06:22.342" v="422" actId="20577"/>
        <pc:sldMkLst>
          <pc:docMk/>
          <pc:sldMk cId="3153575354" sldId="262"/>
        </pc:sldMkLst>
        <pc:spChg chg="mod">
          <ac:chgData name="Alexis Marquet (s)" userId="28466db7-c4cd-40c0-9565-15b1a91727ad" providerId="ADAL" clId="{137F7BAF-F2AE-56F5-8563-20624EC1A3AA}" dt="2026-05-28T10:06:22.342" v="422" actId="20577"/>
          <ac:spMkLst>
            <pc:docMk/>
            <pc:sldMk cId="3153575354" sldId="262"/>
            <ac:spMk id="14" creationId="{100A6B7D-6C68-C91E-ECD5-A7D1381091AC}"/>
          </ac:spMkLst>
        </pc:spChg>
      </pc:sldChg>
      <pc:sldChg chg="addSp delSp modSp mod">
        <pc:chgData name="Alexis Marquet (s)" userId="28466db7-c4cd-40c0-9565-15b1a91727ad" providerId="ADAL" clId="{137F7BAF-F2AE-56F5-8563-20624EC1A3AA}" dt="2026-05-28T09:56:23.882" v="77" actId="20577"/>
        <pc:sldMkLst>
          <pc:docMk/>
          <pc:sldMk cId="734726991" sldId="441"/>
        </pc:sldMkLst>
        <pc:spChg chg="add mod">
          <ac:chgData name="Alexis Marquet (s)" userId="28466db7-c4cd-40c0-9565-15b1a91727ad" providerId="ADAL" clId="{137F7BAF-F2AE-56F5-8563-20624EC1A3AA}" dt="2026-05-28T09:56:23.882" v="77" actId="20577"/>
          <ac:spMkLst>
            <pc:docMk/>
            <pc:sldMk cId="734726991" sldId="441"/>
            <ac:spMk id="2" creationId="{BAFDEB3A-8ACC-6E25-AEBD-98DE76076FF3}"/>
          </ac:spMkLst>
        </pc:spChg>
        <pc:spChg chg="add del mod">
          <ac:chgData name="Alexis Marquet (s)" userId="28466db7-c4cd-40c0-9565-15b1a91727ad" providerId="ADAL" clId="{137F7BAF-F2AE-56F5-8563-20624EC1A3AA}" dt="2026-05-28T09:56:21.050" v="68" actId="478"/>
          <ac:spMkLst>
            <pc:docMk/>
            <pc:sldMk cId="734726991" sldId="441"/>
            <ac:spMk id="3" creationId="{76189260-9F25-1569-CA7D-FE3C95CD293C}"/>
          </ac:spMkLst>
        </pc:spChg>
        <pc:spChg chg="del">
          <ac:chgData name="Alexis Marquet (s)" userId="28466db7-c4cd-40c0-9565-15b1a91727ad" providerId="ADAL" clId="{137F7BAF-F2AE-56F5-8563-20624EC1A3AA}" dt="2026-05-28T09:56:18.542" v="67" actId="478"/>
          <ac:spMkLst>
            <pc:docMk/>
            <pc:sldMk cId="734726991" sldId="441"/>
            <ac:spMk id="7" creationId="{1FD0419B-0400-60D6-C1FA-78B4FD0D0A70}"/>
          </ac:spMkLst>
        </pc:spChg>
      </pc:sldChg>
    </pc:docChg>
  </pc:docChgLst>
  <pc:docChgLst>
    <pc:chgData name="Lukas Uske (s)" userId="ce33ed9f-b16b-48a8-920f-f57b76f2ad5a" providerId="ADAL" clId="{1DB055B3-052A-4E49-B690-EE3F18093DD7}"/>
    <pc:docChg chg="undo custSel addSld modSld">
      <pc:chgData name="Lukas Uske (s)" userId="ce33ed9f-b16b-48a8-920f-f57b76f2ad5a" providerId="ADAL" clId="{1DB055B3-052A-4E49-B690-EE3F18093DD7}" dt="2026-05-28T10:50:27.024" v="100"/>
      <pc:docMkLst>
        <pc:docMk/>
      </pc:docMkLst>
      <pc:sldChg chg="modSp">
        <pc:chgData name="Lukas Uske (s)" userId="ce33ed9f-b16b-48a8-920f-f57b76f2ad5a" providerId="ADAL" clId="{1DB055B3-052A-4E49-B690-EE3F18093DD7}" dt="2026-05-28T10:50:25.751" v="99"/>
        <pc:sldMkLst>
          <pc:docMk/>
          <pc:sldMk cId="34848085" sldId="257"/>
        </pc:sldMkLst>
        <pc:graphicFrameChg chg="mod">
          <ac:chgData name="Lukas Uske (s)" userId="ce33ed9f-b16b-48a8-920f-f57b76f2ad5a" providerId="ADAL" clId="{1DB055B3-052A-4E49-B690-EE3F18093DD7}" dt="2026-05-28T10:50:25.751" v="99"/>
          <ac:graphicFrameMkLst>
            <pc:docMk/>
            <pc:sldMk cId="34848085" sldId="257"/>
            <ac:graphicFrameMk id="5" creationId="{B6239B2B-1D4F-81D3-C02C-E4C3273163AA}"/>
          </ac:graphicFrameMkLst>
        </pc:graphicFrameChg>
      </pc:sldChg>
      <pc:sldChg chg="modSp">
        <pc:chgData name="Lukas Uske (s)" userId="ce33ed9f-b16b-48a8-920f-f57b76f2ad5a" providerId="ADAL" clId="{1DB055B3-052A-4E49-B690-EE3F18093DD7}" dt="2026-05-28T10:50:25.751" v="99"/>
        <pc:sldMkLst>
          <pc:docMk/>
          <pc:sldMk cId="3733376280" sldId="259"/>
        </pc:sldMkLst>
        <pc:graphicFrameChg chg="mod">
          <ac:chgData name="Lukas Uske (s)" userId="ce33ed9f-b16b-48a8-920f-f57b76f2ad5a" providerId="ADAL" clId="{1DB055B3-052A-4E49-B690-EE3F18093DD7}" dt="2026-05-28T10:50:25.751" v="99"/>
          <ac:graphicFrameMkLst>
            <pc:docMk/>
            <pc:sldMk cId="3733376280" sldId="259"/>
            <ac:graphicFrameMk id="5" creationId="{6BC4DAE2-27D6-F9B9-7809-0413F44690E5}"/>
          </ac:graphicFrameMkLst>
        </pc:graphicFrameChg>
      </pc:sldChg>
      <pc:sldChg chg="modSp">
        <pc:chgData name="Lukas Uske (s)" userId="ce33ed9f-b16b-48a8-920f-f57b76f2ad5a" providerId="ADAL" clId="{1DB055B3-052A-4E49-B690-EE3F18093DD7}" dt="2026-05-28T10:50:27.024" v="100"/>
        <pc:sldMkLst>
          <pc:docMk/>
          <pc:sldMk cId="973010245" sldId="424"/>
        </pc:sldMkLst>
        <pc:spChg chg="mod">
          <ac:chgData name="Lukas Uske (s)" userId="ce33ed9f-b16b-48a8-920f-f57b76f2ad5a" providerId="ADAL" clId="{1DB055B3-052A-4E49-B690-EE3F18093DD7}" dt="2026-05-28T10:50:27.024" v="100"/>
          <ac:spMkLst>
            <pc:docMk/>
            <pc:sldMk cId="973010245" sldId="424"/>
            <ac:spMk id="5" creationId="{9DDAB5E8-7722-C9A1-38E5-41CE5348B357}"/>
          </ac:spMkLst>
        </pc:spChg>
      </pc:sldChg>
      <pc:sldChg chg="modSp">
        <pc:chgData name="Lukas Uske (s)" userId="ce33ed9f-b16b-48a8-920f-f57b76f2ad5a" providerId="ADAL" clId="{1DB055B3-052A-4E49-B690-EE3F18093DD7}" dt="2026-05-28T10:50:27.024" v="100"/>
        <pc:sldMkLst>
          <pc:docMk/>
          <pc:sldMk cId="734726991" sldId="441"/>
        </pc:sldMkLst>
        <pc:spChg chg="mod">
          <ac:chgData name="Lukas Uske (s)" userId="ce33ed9f-b16b-48a8-920f-f57b76f2ad5a" providerId="ADAL" clId="{1DB055B3-052A-4E49-B690-EE3F18093DD7}" dt="2026-05-28T10:50:27.024" v="100"/>
          <ac:spMkLst>
            <pc:docMk/>
            <pc:sldMk cId="734726991" sldId="441"/>
            <ac:spMk id="4" creationId="{54D27B28-EFB9-C1D8-7537-F0DAEBCCE09A}"/>
          </ac:spMkLst>
        </pc:spChg>
        <pc:spChg chg="mod">
          <ac:chgData name="Lukas Uske (s)" userId="ce33ed9f-b16b-48a8-920f-f57b76f2ad5a" providerId="ADAL" clId="{1DB055B3-052A-4E49-B690-EE3F18093DD7}" dt="2026-05-28T10:50:27.024" v="100"/>
          <ac:spMkLst>
            <pc:docMk/>
            <pc:sldMk cId="734726991" sldId="441"/>
            <ac:spMk id="5" creationId="{513ECB28-8FBE-4E14-51C3-A9BE7D69848E}"/>
          </ac:spMkLst>
        </pc:spChg>
      </pc:sldChg>
      <pc:sldChg chg="addSp delSp modSp new mod modMedia modClrScheme delAnim chgLayout">
        <pc:chgData name="Lukas Uske (s)" userId="ce33ed9f-b16b-48a8-920f-f57b76f2ad5a" providerId="ADAL" clId="{1DB055B3-052A-4E49-B690-EE3F18093DD7}" dt="2026-05-28T10:50:27.024" v="100"/>
        <pc:sldMkLst>
          <pc:docMk/>
          <pc:sldMk cId="3188661223" sldId="517"/>
        </pc:sldMkLst>
        <pc:spChg chg="del mod ord">
          <ac:chgData name="Lukas Uske (s)" userId="ce33ed9f-b16b-48a8-920f-f57b76f2ad5a" providerId="ADAL" clId="{1DB055B3-052A-4E49-B690-EE3F18093DD7}" dt="2026-05-28T10:47:19.259" v="29" actId="26606"/>
          <ac:spMkLst>
            <pc:docMk/>
            <pc:sldMk cId="3188661223" sldId="517"/>
            <ac:spMk id="2" creationId="{0162B79B-B38E-5760-B960-F0CB69D14BBA}"/>
          </ac:spMkLst>
        </pc:spChg>
        <pc:spChg chg="add del">
          <ac:chgData name="Lukas Uske (s)" userId="ce33ed9f-b16b-48a8-920f-f57b76f2ad5a" providerId="ADAL" clId="{1DB055B3-052A-4E49-B690-EE3F18093DD7}" dt="2026-05-28T10:47:19.259" v="29" actId="26606"/>
          <ac:spMkLst>
            <pc:docMk/>
            <pc:sldMk cId="3188661223" sldId="517"/>
            <ac:spMk id="3" creationId="{D2BCFD21-C9FB-EFB0-8187-4C6CB16ECA08}"/>
          </ac:spMkLst>
        </pc:spChg>
        <pc:spChg chg="mod modVis">
          <ac:chgData name="Lukas Uske (s)" userId="ce33ed9f-b16b-48a8-920f-f57b76f2ad5a" providerId="ADAL" clId="{1DB055B3-052A-4E49-B690-EE3F18093DD7}" dt="2026-05-28T10:47:19.259" v="29" actId="26606"/>
          <ac:spMkLst>
            <pc:docMk/>
            <pc:sldMk cId="3188661223" sldId="517"/>
            <ac:spMk id="4" creationId="{B2315C0E-EA4D-0C12-A6BA-8271DFADA67C}"/>
          </ac:spMkLst>
        </pc:spChg>
        <pc:spChg chg="add del">
          <ac:chgData name="Lukas Uske (s)" userId="ce33ed9f-b16b-48a8-920f-f57b76f2ad5a" providerId="ADAL" clId="{1DB055B3-052A-4E49-B690-EE3F18093DD7}" dt="2026-05-28T10:47:19.259" v="29" actId="26606"/>
          <ac:spMkLst>
            <pc:docMk/>
            <pc:sldMk cId="3188661223" sldId="517"/>
            <ac:spMk id="5" creationId="{500D6E8C-2D0E-19FD-671B-A24CBB321131}"/>
          </ac:spMkLst>
        </pc:spChg>
        <pc:spChg chg="add del">
          <ac:chgData name="Lukas Uske (s)" userId="ce33ed9f-b16b-48a8-920f-f57b76f2ad5a" providerId="ADAL" clId="{1DB055B3-052A-4E49-B690-EE3F18093DD7}" dt="2026-05-28T10:47:11.455" v="24" actId="26606"/>
          <ac:spMkLst>
            <pc:docMk/>
            <pc:sldMk cId="3188661223" sldId="517"/>
            <ac:spMk id="11" creationId="{27E22445-70AA-DF94-1E3A-49373783E447}"/>
          </ac:spMkLst>
        </pc:spChg>
        <pc:spChg chg="add del">
          <ac:chgData name="Lukas Uske (s)" userId="ce33ed9f-b16b-48a8-920f-f57b76f2ad5a" providerId="ADAL" clId="{1DB055B3-052A-4E49-B690-EE3F18093DD7}" dt="2026-05-28T10:47:11.455" v="24" actId="26606"/>
          <ac:spMkLst>
            <pc:docMk/>
            <pc:sldMk cId="3188661223" sldId="517"/>
            <ac:spMk id="13" creationId="{AB8C245E-E7A0-EC97-B31A-588AE14D0540}"/>
          </ac:spMkLst>
        </pc:spChg>
        <pc:spChg chg="add del">
          <ac:chgData name="Lukas Uske (s)" userId="ce33ed9f-b16b-48a8-920f-f57b76f2ad5a" providerId="ADAL" clId="{1DB055B3-052A-4E49-B690-EE3F18093DD7}" dt="2026-05-28T10:47:19.174" v="28" actId="26606"/>
          <ac:spMkLst>
            <pc:docMk/>
            <pc:sldMk cId="3188661223" sldId="517"/>
            <ac:spMk id="16" creationId="{2982016A-842F-C251-3C07-1EBFB9A98C46}"/>
          </ac:spMkLst>
        </pc:spChg>
        <pc:spChg chg="add del">
          <ac:chgData name="Lukas Uske (s)" userId="ce33ed9f-b16b-48a8-920f-f57b76f2ad5a" providerId="ADAL" clId="{1DB055B3-052A-4E49-B690-EE3F18093DD7}" dt="2026-05-28T10:47:19.174" v="28" actId="26606"/>
          <ac:spMkLst>
            <pc:docMk/>
            <pc:sldMk cId="3188661223" sldId="517"/>
            <ac:spMk id="17" creationId="{1CEF3148-E876-E1CC-74CD-8EA8307227B2}"/>
          </ac:spMkLst>
        </pc:spChg>
        <pc:spChg chg="add mod">
          <ac:chgData name="Lukas Uske (s)" userId="ce33ed9f-b16b-48a8-920f-f57b76f2ad5a" providerId="ADAL" clId="{1DB055B3-052A-4E49-B690-EE3F18093DD7}" dt="2026-05-28T10:50:27.024" v="100"/>
          <ac:spMkLst>
            <pc:docMk/>
            <pc:sldMk cId="3188661223" sldId="517"/>
            <ac:spMk id="19" creationId="{F0B2A261-D446-D4DF-BA29-92CDBACFDB83}"/>
          </ac:spMkLst>
        </pc:spChg>
        <pc:spChg chg="add del">
          <ac:chgData name="Lukas Uske (s)" userId="ce33ed9f-b16b-48a8-920f-f57b76f2ad5a" providerId="ADAL" clId="{1DB055B3-052A-4E49-B690-EE3F18093DD7}" dt="2026-05-28T10:49:59.739" v="75" actId="26606"/>
          <ac:spMkLst>
            <pc:docMk/>
            <pc:sldMk cId="3188661223" sldId="517"/>
            <ac:spMk id="26" creationId="{1E748C42-9AC9-5689-174C-12CA0D65D904}"/>
          </ac:spMkLst>
        </pc:spChg>
        <pc:graphicFrameChg chg="add mod modGraphic">
          <ac:chgData name="Lukas Uske (s)" userId="ce33ed9f-b16b-48a8-920f-f57b76f2ad5a" providerId="ADAL" clId="{1DB055B3-052A-4E49-B690-EE3F18093DD7}" dt="2026-05-28T10:50:09.192" v="98" actId="20577"/>
          <ac:graphicFrameMkLst>
            <pc:docMk/>
            <pc:sldMk cId="3188661223" sldId="517"/>
            <ac:graphicFrameMk id="20" creationId="{33CADF30-9B70-1874-EA31-7D05C9785B82}"/>
          </ac:graphicFrameMkLst>
        </pc:graphicFrameChg>
        <pc:picChg chg="add del">
          <ac:chgData name="Lukas Uske (s)" userId="ce33ed9f-b16b-48a8-920f-f57b76f2ad5a" providerId="ADAL" clId="{1DB055B3-052A-4E49-B690-EE3F18093DD7}" dt="2026-05-28T10:47:11.455" v="24" actId="26606"/>
          <ac:picMkLst>
            <pc:docMk/>
            <pc:sldMk cId="3188661223" sldId="517"/>
            <ac:picMk id="7" creationId="{A908A3E3-C793-3AC1-06C9-9A2191D1C5CE}"/>
          </ac:picMkLst>
        </pc:picChg>
        <pc:picChg chg="add del mod">
          <ac:chgData name="Lukas Uske (s)" userId="ce33ed9f-b16b-48a8-920f-f57b76f2ad5a" providerId="ADAL" clId="{1DB055B3-052A-4E49-B690-EE3F18093DD7}" dt="2026-05-28T10:47:19.174" v="28" actId="26606"/>
          <ac:picMkLst>
            <pc:docMk/>
            <pc:sldMk cId="3188661223" sldId="517"/>
            <ac:picMk id="15" creationId="{2A41322E-D049-F355-EDCA-70DB61BB3CE2}"/>
          </ac:picMkLst>
        </pc:picChg>
        <pc:picChg chg="add del">
          <ac:chgData name="Lukas Uske (s)" userId="ce33ed9f-b16b-48a8-920f-f57b76f2ad5a" providerId="ADAL" clId="{1DB055B3-052A-4E49-B690-EE3F18093DD7}" dt="2026-05-28T10:49:59.739" v="75" actId="26606"/>
          <ac:picMkLst>
            <pc:docMk/>
            <pc:sldMk cId="3188661223" sldId="517"/>
            <ac:picMk id="22" creationId="{BBF6DCAA-3EA7-3A6E-691C-90F07B4912FD}"/>
          </ac:picMkLst>
        </pc:picChg>
      </pc:sldChg>
    </pc:docChg>
  </pc:docChgLst>
  <pc:docChgLst>
    <pc:chgData name="Harpreet Kaur (s)" userId="S::harpreet.kaur@students.fhnw.ch::010c1c0b-d0a5-4d70-80ce-c9c66c9fe51b" providerId="AD" clId="Web-{1BAF8007-145A-585F-D321-0D6C5250DD3C}"/>
    <pc:docChg chg="modSld">
      <pc:chgData name="Harpreet Kaur (s)" userId="S::harpreet.kaur@students.fhnw.ch::010c1c0b-d0a5-4d70-80ce-c9c66c9fe51b" providerId="AD" clId="Web-{1BAF8007-145A-585F-D321-0D6C5250DD3C}" dt="2026-05-27T20:43:49.717" v="1797" actId="20577"/>
      <pc:docMkLst>
        <pc:docMk/>
      </pc:docMkLst>
      <pc:sldChg chg="modSp">
        <pc:chgData name="Harpreet Kaur (s)" userId="S::harpreet.kaur@students.fhnw.ch::010c1c0b-d0a5-4d70-80ce-c9c66c9fe51b" providerId="AD" clId="Web-{1BAF8007-145A-585F-D321-0D6C5250DD3C}" dt="2026-05-27T20:43:49.717" v="1797" actId="20577"/>
        <pc:sldMkLst>
          <pc:docMk/>
          <pc:sldMk cId="34848085" sldId="257"/>
        </pc:sldMkLst>
        <pc:graphicFrameChg chg="modGraphic">
          <ac:chgData name="Harpreet Kaur (s)" userId="S::harpreet.kaur@students.fhnw.ch::010c1c0b-d0a5-4d70-80ce-c9c66c9fe51b" providerId="AD" clId="Web-{1BAF8007-145A-585F-D321-0D6C5250DD3C}" dt="2026-05-27T20:43:49.717" v="1797" actId="20577"/>
          <ac:graphicFrameMkLst>
            <pc:docMk/>
            <pc:sldMk cId="34848085" sldId="257"/>
            <ac:graphicFrameMk id="5" creationId="{B6239B2B-1D4F-81D3-C02C-E4C3273163AA}"/>
          </ac:graphicFrameMkLst>
        </pc:graphicFrameChg>
      </pc:sldChg>
      <pc:sldChg chg="modSp">
        <pc:chgData name="Harpreet Kaur (s)" userId="S::harpreet.kaur@students.fhnw.ch::010c1c0b-d0a5-4d70-80ce-c9c66c9fe51b" providerId="AD" clId="Web-{1BAF8007-145A-585F-D321-0D6C5250DD3C}" dt="2026-05-27T20:29:37.642" v="966" actId="20577"/>
        <pc:sldMkLst>
          <pc:docMk/>
          <pc:sldMk cId="391587755" sldId="258"/>
        </pc:sldMkLst>
        <pc:spChg chg="mod">
          <ac:chgData name="Harpreet Kaur (s)" userId="S::harpreet.kaur@students.fhnw.ch::010c1c0b-d0a5-4d70-80ce-c9c66c9fe51b" providerId="AD" clId="Web-{1BAF8007-145A-585F-D321-0D6C5250DD3C}" dt="2026-05-27T20:29:37.642" v="966" actId="20577"/>
          <ac:spMkLst>
            <pc:docMk/>
            <pc:sldMk cId="391587755" sldId="258"/>
            <ac:spMk id="3" creationId="{1F6E546E-79D3-4503-920B-A93FC82172F6}"/>
          </ac:spMkLst>
        </pc:spChg>
      </pc:sldChg>
      <pc:sldChg chg="modSp">
        <pc:chgData name="Harpreet Kaur (s)" userId="S::harpreet.kaur@students.fhnw.ch::010c1c0b-d0a5-4d70-80ce-c9c66c9fe51b" providerId="AD" clId="Web-{1BAF8007-145A-585F-D321-0D6C5250DD3C}" dt="2026-05-27T20:38:23.196" v="1519" actId="20577"/>
        <pc:sldMkLst>
          <pc:docMk/>
          <pc:sldMk cId="3733376280" sldId="259"/>
        </pc:sldMkLst>
        <pc:graphicFrameChg chg="modGraphic">
          <ac:chgData name="Harpreet Kaur (s)" userId="S::harpreet.kaur@students.fhnw.ch::010c1c0b-d0a5-4d70-80ce-c9c66c9fe51b" providerId="AD" clId="Web-{1BAF8007-145A-585F-D321-0D6C5250DD3C}" dt="2026-05-27T20:38:23.196" v="1519" actId="20577"/>
          <ac:graphicFrameMkLst>
            <pc:docMk/>
            <pc:sldMk cId="3733376280" sldId="259"/>
            <ac:graphicFrameMk id="5" creationId="{6BC4DAE2-27D6-F9B9-7809-0413F44690E5}"/>
          </ac:graphicFrameMkLst>
        </pc:graphicFrameChg>
      </pc:sldChg>
      <pc:sldChg chg="modSp">
        <pc:chgData name="Harpreet Kaur (s)" userId="S::harpreet.kaur@students.fhnw.ch::010c1c0b-d0a5-4d70-80ce-c9c66c9fe51b" providerId="AD" clId="Web-{1BAF8007-145A-585F-D321-0D6C5250DD3C}" dt="2026-05-27T20:15:59.999" v="519" actId="20577"/>
        <pc:sldMkLst>
          <pc:docMk/>
          <pc:sldMk cId="3153575354" sldId="262"/>
        </pc:sldMkLst>
        <pc:spChg chg="mod">
          <ac:chgData name="Harpreet Kaur (s)" userId="S::harpreet.kaur@students.fhnw.ch::010c1c0b-d0a5-4d70-80ce-c9c66c9fe51b" providerId="AD" clId="Web-{1BAF8007-145A-585F-D321-0D6C5250DD3C}" dt="2026-05-27T20:15:59.999" v="519" actId="20577"/>
          <ac:spMkLst>
            <pc:docMk/>
            <pc:sldMk cId="3153575354" sldId="262"/>
            <ac:spMk id="14" creationId="{100A6B7D-6C68-C91E-ECD5-A7D1381091AC}"/>
          </ac:spMkLst>
        </pc:spChg>
      </pc:sldChg>
    </pc:docChg>
  </pc:docChgLst>
  <pc:docChgLst>
    <pc:chgData name="Alexis Marquet (s)" userId="S::alexis.marquet@students.fhnw.ch::28466db7-c4cd-40c0-9565-15b1a91727ad" providerId="AD" clId="Web-{A478E996-D15E-CF0A-54C6-AD5FF1DC0CF6}"/>
    <pc:docChg chg="modSld">
      <pc:chgData name="Alexis Marquet (s)" userId="S::alexis.marquet@students.fhnw.ch::28466db7-c4cd-40c0-9565-15b1a91727ad" providerId="AD" clId="Web-{A478E996-D15E-CF0A-54C6-AD5FF1DC0CF6}" dt="2026-05-27T19:07:40.388" v="153" actId="1076"/>
      <pc:docMkLst>
        <pc:docMk/>
      </pc:docMkLst>
      <pc:sldChg chg="addSp modSp">
        <pc:chgData name="Alexis Marquet (s)" userId="S::alexis.marquet@students.fhnw.ch::28466db7-c4cd-40c0-9565-15b1a91727ad" providerId="AD" clId="Web-{A478E996-D15E-CF0A-54C6-AD5FF1DC0CF6}" dt="2026-05-27T19:07:40.388" v="153" actId="1076"/>
        <pc:sldMkLst>
          <pc:docMk/>
          <pc:sldMk cId="3670355953" sldId="260"/>
        </pc:sldMkLst>
        <pc:spChg chg="add mod">
          <ac:chgData name="Alexis Marquet (s)" userId="S::alexis.marquet@students.fhnw.ch::28466db7-c4cd-40c0-9565-15b1a91727ad" providerId="AD" clId="Web-{A478E996-D15E-CF0A-54C6-AD5FF1DC0CF6}" dt="2026-05-27T19:02:04.919" v="136" actId="20577"/>
          <ac:spMkLst>
            <pc:docMk/>
            <pc:sldMk cId="3670355953" sldId="260"/>
            <ac:spMk id="3" creationId="{63348890-97FD-4030-CD5B-93F96733D416}"/>
          </ac:spMkLst>
        </pc:spChg>
        <pc:picChg chg="add mod modCrop">
          <ac:chgData name="Alexis Marquet (s)" userId="S::alexis.marquet@students.fhnw.ch::28466db7-c4cd-40c0-9565-15b1a91727ad" providerId="AD" clId="Web-{A478E996-D15E-CF0A-54C6-AD5FF1DC0CF6}" dt="2026-05-27T18:58:41.216" v="106" actId="1076"/>
          <ac:picMkLst>
            <pc:docMk/>
            <pc:sldMk cId="3670355953" sldId="260"/>
            <ac:picMk id="4" creationId="{F043CBB4-3421-5DA1-2F23-74832CB4579D}"/>
          </ac:picMkLst>
        </pc:picChg>
        <pc:picChg chg="mod modCrop">
          <ac:chgData name="Alexis Marquet (s)" userId="S::alexis.marquet@students.fhnw.ch::28466db7-c4cd-40c0-9565-15b1a91727ad" providerId="AD" clId="Web-{A478E996-D15E-CF0A-54C6-AD5FF1DC0CF6}" dt="2026-05-27T19:07:40.388" v="153" actId="1076"/>
          <ac:picMkLst>
            <pc:docMk/>
            <pc:sldMk cId="3670355953" sldId="260"/>
            <ac:picMk id="5" creationId="{918C052C-713D-92EA-0807-66F2A4213B71}"/>
          </ac:picMkLst>
        </pc:picChg>
        <pc:picChg chg="add mod modCrop">
          <ac:chgData name="Alexis Marquet (s)" userId="S::alexis.marquet@students.fhnw.ch::28466db7-c4cd-40c0-9565-15b1a91727ad" providerId="AD" clId="Web-{A478E996-D15E-CF0A-54C6-AD5FF1DC0CF6}" dt="2026-05-27T19:06:51.013" v="142" actId="1076"/>
          <ac:picMkLst>
            <pc:docMk/>
            <pc:sldMk cId="3670355953" sldId="260"/>
            <ac:picMk id="7" creationId="{DE5E7DFF-782C-5872-6947-3FF93EF15AFE}"/>
          </ac:picMkLst>
        </pc:picChg>
        <pc:picChg chg="add mod modCrop">
          <ac:chgData name="Alexis Marquet (s)" userId="S::alexis.marquet@students.fhnw.ch::28466db7-c4cd-40c0-9565-15b1a91727ad" providerId="AD" clId="Web-{A478E996-D15E-CF0A-54C6-AD5FF1DC0CF6}" dt="2026-05-27T19:07:23.029" v="147" actId="1076"/>
          <ac:picMkLst>
            <pc:docMk/>
            <pc:sldMk cId="3670355953" sldId="260"/>
            <ac:picMk id="8" creationId="{89BDDB01-174D-9572-894B-EF87FA6121B7}"/>
          </ac:picMkLst>
        </pc:picChg>
        <pc:picChg chg="add mod modCrop">
          <ac:chgData name="Alexis Marquet (s)" userId="S::alexis.marquet@students.fhnw.ch::28466db7-c4cd-40c0-9565-15b1a91727ad" providerId="AD" clId="Web-{A478E996-D15E-CF0A-54C6-AD5FF1DC0CF6}" dt="2026-05-27T19:07:38.341" v="152" actId="1076"/>
          <ac:picMkLst>
            <pc:docMk/>
            <pc:sldMk cId="3670355953" sldId="260"/>
            <ac:picMk id="9" creationId="{C346B707-1B5B-C8C6-0FC5-E15883175E6E}"/>
          </ac:picMkLst>
        </pc:picChg>
      </pc:sldChg>
    </pc:docChg>
  </pc:docChgLst>
  <pc:docChgLst>
    <pc:chgData name="Joanne Chimuti-Lobsiger (s)" userId="S::joanne.chimutilobsiger@students.fhnw.ch::b5eefdb6-d59f-49f4-88f7-0661231363cf" providerId="AD" clId="Web-{548A1266-FE83-3AE2-7126-B715027A47F4}"/>
    <pc:docChg chg="modSld">
      <pc:chgData name="Joanne Chimuti-Lobsiger (s)" userId="S::joanne.chimutilobsiger@students.fhnw.ch::b5eefdb6-d59f-49f4-88f7-0661231363cf" providerId="AD" clId="Web-{548A1266-FE83-3AE2-7126-B715027A47F4}" dt="2026-05-26T17:44:37.423" v="43" actId="1076"/>
      <pc:docMkLst>
        <pc:docMk/>
      </pc:docMkLst>
      <pc:sldChg chg="modSp">
        <pc:chgData name="Joanne Chimuti-Lobsiger (s)" userId="S::joanne.chimutilobsiger@students.fhnw.ch::b5eefdb6-d59f-49f4-88f7-0661231363cf" providerId="AD" clId="Web-{548A1266-FE83-3AE2-7126-B715027A47F4}" dt="2026-05-26T17:38:18.496" v="10" actId="20577"/>
        <pc:sldMkLst>
          <pc:docMk/>
          <pc:sldMk cId="34848085" sldId="257"/>
        </pc:sldMkLst>
        <pc:graphicFrameChg chg="modGraphic">
          <ac:chgData name="Joanne Chimuti-Lobsiger (s)" userId="S::joanne.chimutilobsiger@students.fhnw.ch::b5eefdb6-d59f-49f4-88f7-0661231363cf" providerId="AD" clId="Web-{548A1266-FE83-3AE2-7126-B715027A47F4}" dt="2026-05-26T17:38:18.496" v="10" actId="20577"/>
          <ac:graphicFrameMkLst>
            <pc:docMk/>
            <pc:sldMk cId="34848085" sldId="257"/>
            <ac:graphicFrameMk id="5" creationId="{B6239B2B-1D4F-81D3-C02C-E4C3273163AA}"/>
          </ac:graphicFrameMkLst>
        </pc:graphicFrameChg>
      </pc:sldChg>
      <pc:sldChg chg="modSp">
        <pc:chgData name="Joanne Chimuti-Lobsiger (s)" userId="S::joanne.chimutilobsiger@students.fhnw.ch::b5eefdb6-d59f-49f4-88f7-0661231363cf" providerId="AD" clId="Web-{548A1266-FE83-3AE2-7126-B715027A47F4}" dt="2026-05-26T17:41:09.670" v="31" actId="20577"/>
        <pc:sldMkLst>
          <pc:docMk/>
          <pc:sldMk cId="391587755" sldId="258"/>
        </pc:sldMkLst>
        <pc:spChg chg="mod">
          <ac:chgData name="Joanne Chimuti-Lobsiger (s)" userId="S::joanne.chimutilobsiger@students.fhnw.ch::b5eefdb6-d59f-49f4-88f7-0661231363cf" providerId="AD" clId="Web-{548A1266-FE83-3AE2-7126-B715027A47F4}" dt="2026-05-26T17:41:09.670" v="31" actId="20577"/>
          <ac:spMkLst>
            <pc:docMk/>
            <pc:sldMk cId="391587755" sldId="258"/>
            <ac:spMk id="3" creationId="{1F6E546E-79D3-4503-920B-A93FC82172F6}"/>
          </ac:spMkLst>
        </pc:spChg>
      </pc:sldChg>
      <pc:sldChg chg="modSp">
        <pc:chgData name="Joanne Chimuti-Lobsiger (s)" userId="S::joanne.chimutilobsiger@students.fhnw.ch::b5eefdb6-d59f-49f4-88f7-0661231363cf" providerId="AD" clId="Web-{548A1266-FE83-3AE2-7126-B715027A47F4}" dt="2026-05-26T17:41:04.936" v="29" actId="20577"/>
        <pc:sldMkLst>
          <pc:docMk/>
          <pc:sldMk cId="3733376280" sldId="259"/>
        </pc:sldMkLst>
        <pc:graphicFrameChg chg="modGraphic">
          <ac:chgData name="Joanne Chimuti-Lobsiger (s)" userId="S::joanne.chimutilobsiger@students.fhnw.ch::b5eefdb6-d59f-49f4-88f7-0661231363cf" providerId="AD" clId="Web-{548A1266-FE83-3AE2-7126-B715027A47F4}" dt="2026-05-26T17:41:04.936" v="29" actId="20577"/>
          <ac:graphicFrameMkLst>
            <pc:docMk/>
            <pc:sldMk cId="3733376280" sldId="259"/>
            <ac:graphicFrameMk id="5" creationId="{6BC4DAE2-27D6-F9B9-7809-0413F44690E5}"/>
          </ac:graphicFrameMkLst>
        </pc:graphicFrameChg>
      </pc:sldChg>
      <pc:sldChg chg="addSp modSp">
        <pc:chgData name="Joanne Chimuti-Lobsiger (s)" userId="S::joanne.chimutilobsiger@students.fhnw.ch::b5eefdb6-d59f-49f4-88f7-0661231363cf" providerId="AD" clId="Web-{548A1266-FE83-3AE2-7126-B715027A47F4}" dt="2026-05-26T17:44:37.423" v="43" actId="1076"/>
        <pc:sldMkLst>
          <pc:docMk/>
          <pc:sldMk cId="2737370505" sldId="516"/>
        </pc:sldMkLst>
        <pc:spChg chg="mod">
          <ac:chgData name="Joanne Chimuti-Lobsiger (s)" userId="S::joanne.chimutilobsiger@students.fhnw.ch::b5eefdb6-d59f-49f4-88f7-0661231363cf" providerId="AD" clId="Web-{548A1266-FE83-3AE2-7126-B715027A47F4}" dt="2026-05-26T17:44:32.516" v="42" actId="20577"/>
          <ac:spMkLst>
            <pc:docMk/>
            <pc:sldMk cId="2737370505" sldId="516"/>
            <ac:spMk id="7" creationId="{1FD0419B-0400-60D6-C1FA-78B4FD0D0A70}"/>
          </ac:spMkLst>
        </pc:spChg>
        <pc:picChg chg="add mod">
          <ac:chgData name="Joanne Chimuti-Lobsiger (s)" userId="S::joanne.chimutilobsiger@students.fhnw.ch::b5eefdb6-d59f-49f4-88f7-0661231363cf" providerId="AD" clId="Web-{548A1266-FE83-3AE2-7126-B715027A47F4}" dt="2026-05-26T17:44:37.423" v="43" actId="1076"/>
          <ac:picMkLst>
            <pc:docMk/>
            <pc:sldMk cId="2737370505" sldId="516"/>
            <ac:picMk id="2" creationId="{E73FFCEE-CA5E-BAB5-A67C-9871E08C951E}"/>
          </ac:picMkLst>
        </pc:picChg>
      </pc:sldChg>
    </pc:docChg>
  </pc:docChgLst>
  <pc:docChgLst>
    <pc:chgData name="Harpreet Kaur (s)" userId="010c1c0b-d0a5-4d70-80ce-c9c66c9fe51b" providerId="ADAL" clId="{80A1E8F7-E05A-45F7-B6D6-7A4484DAEED4}"/>
    <pc:docChg chg="undo custSel modSld">
      <pc:chgData name="Harpreet Kaur (s)" userId="010c1c0b-d0a5-4d70-80ce-c9c66c9fe51b" providerId="ADAL" clId="{80A1E8F7-E05A-45F7-B6D6-7A4484DAEED4}" dt="2026-05-27T17:38:16.627" v="14" actId="22"/>
      <pc:docMkLst>
        <pc:docMk/>
      </pc:docMkLst>
      <pc:sldChg chg="addSp delSp modSp mod">
        <pc:chgData name="Harpreet Kaur (s)" userId="010c1c0b-d0a5-4d70-80ce-c9c66c9fe51b" providerId="ADAL" clId="{80A1E8F7-E05A-45F7-B6D6-7A4484DAEED4}" dt="2026-05-27T17:29:27.646" v="10" actId="1076"/>
        <pc:sldMkLst>
          <pc:docMk/>
          <pc:sldMk cId="3670355953" sldId="260"/>
        </pc:sldMkLst>
        <pc:spChg chg="add mod">
          <ac:chgData name="Harpreet Kaur (s)" userId="010c1c0b-d0a5-4d70-80ce-c9c66c9fe51b" providerId="ADAL" clId="{80A1E8F7-E05A-45F7-B6D6-7A4484DAEED4}" dt="2026-05-27T16:28:24.149" v="2"/>
          <ac:spMkLst>
            <pc:docMk/>
            <pc:sldMk cId="3670355953" sldId="260"/>
            <ac:spMk id="3" creationId="{8C7AE658-4C9A-AF66-D776-D8B95F95C660}"/>
          </ac:spMkLst>
        </pc:spChg>
        <pc:graphicFrameChg chg="add mod">
          <ac:chgData name="Harpreet Kaur (s)" userId="010c1c0b-d0a5-4d70-80ce-c9c66c9fe51b" providerId="ADAL" clId="{80A1E8F7-E05A-45F7-B6D6-7A4484DAEED4}" dt="2026-05-27T16:28:19.910" v="1"/>
          <ac:graphicFrameMkLst>
            <pc:docMk/>
            <pc:sldMk cId="3670355953" sldId="260"/>
            <ac:graphicFrameMk id="4" creationId="{D5198547-DC44-D8EA-154F-6A520E2C7A8B}"/>
          </ac:graphicFrameMkLst>
        </pc:graphicFrameChg>
        <pc:picChg chg="add del mod">
          <ac:chgData name="Harpreet Kaur (s)" userId="010c1c0b-d0a5-4d70-80ce-c9c66c9fe51b" providerId="ADAL" clId="{80A1E8F7-E05A-45F7-B6D6-7A4484DAEED4}" dt="2026-05-27T17:29:27.646" v="10" actId="1076"/>
          <ac:picMkLst>
            <pc:docMk/>
            <pc:sldMk cId="3670355953" sldId="260"/>
            <ac:picMk id="5" creationId="{918C052C-713D-92EA-0807-66F2A4213B71}"/>
          </ac:picMkLst>
        </pc:picChg>
      </pc:sldChg>
      <pc:sldChg chg="addSp delSp modSp mod">
        <pc:chgData name="Harpreet Kaur (s)" userId="010c1c0b-d0a5-4d70-80ce-c9c66c9fe51b" providerId="ADAL" clId="{80A1E8F7-E05A-45F7-B6D6-7A4484DAEED4}" dt="2026-05-27T17:38:16.627" v="14" actId="22"/>
        <pc:sldMkLst>
          <pc:docMk/>
          <pc:sldMk cId="3153575354" sldId="262"/>
        </pc:sldMkLst>
        <pc:spChg chg="add del">
          <ac:chgData name="Harpreet Kaur (s)" userId="010c1c0b-d0a5-4d70-80ce-c9c66c9fe51b" providerId="ADAL" clId="{80A1E8F7-E05A-45F7-B6D6-7A4484DAEED4}" dt="2026-05-27T17:38:16.030" v="13" actId="478"/>
          <ac:spMkLst>
            <pc:docMk/>
            <pc:sldMk cId="3153575354" sldId="262"/>
            <ac:spMk id="2" creationId="{66AB724B-CF4B-C8D5-D1DD-31F7E5CEDE01}"/>
          </ac:spMkLst>
        </pc:spChg>
        <pc:spChg chg="add del">
          <ac:chgData name="Harpreet Kaur (s)" userId="010c1c0b-d0a5-4d70-80ce-c9c66c9fe51b" providerId="ADAL" clId="{80A1E8F7-E05A-45F7-B6D6-7A4484DAEED4}" dt="2026-05-27T17:38:16.627" v="14" actId="22"/>
          <ac:spMkLst>
            <pc:docMk/>
            <pc:sldMk cId="3153575354" sldId="262"/>
            <ac:spMk id="4" creationId="{37FBC3C0-2F0C-7B6F-BFFF-307190A6172D}"/>
          </ac:spMkLst>
        </pc:spChg>
        <pc:spChg chg="add mod">
          <ac:chgData name="Harpreet Kaur (s)" userId="010c1c0b-d0a5-4d70-80ce-c9c66c9fe51b" providerId="ADAL" clId="{80A1E8F7-E05A-45F7-B6D6-7A4484DAEED4}" dt="2026-05-27T17:38:13.085" v="12" actId="478"/>
          <ac:spMkLst>
            <pc:docMk/>
            <pc:sldMk cId="3153575354" sldId="262"/>
            <ac:spMk id="6" creationId="{7A526C08-DC4A-27FC-820C-7050661458D1}"/>
          </ac:spMkLst>
        </pc:spChg>
        <pc:spChg chg="add mod">
          <ac:chgData name="Harpreet Kaur (s)" userId="010c1c0b-d0a5-4d70-80ce-c9c66c9fe51b" providerId="ADAL" clId="{80A1E8F7-E05A-45F7-B6D6-7A4484DAEED4}" dt="2026-05-27T17:38:13.085" v="12" actId="478"/>
          <ac:spMkLst>
            <pc:docMk/>
            <pc:sldMk cId="3153575354" sldId="262"/>
            <ac:spMk id="7" creationId="{4A517AC5-A6C4-258C-5590-C0CAB0B9EF27}"/>
          </ac:spMkLst>
        </pc:spChg>
        <pc:graphicFrameChg chg="add del">
          <ac:chgData name="Harpreet Kaur (s)" userId="010c1c0b-d0a5-4d70-80ce-c9c66c9fe51b" providerId="ADAL" clId="{80A1E8F7-E05A-45F7-B6D6-7A4484DAEED4}" dt="2026-05-27T17:38:16.030" v="13" actId="478"/>
          <ac:graphicFrameMkLst>
            <pc:docMk/>
            <pc:sldMk cId="3153575354" sldId="262"/>
            <ac:graphicFrameMk id="5" creationId="{21A07F23-CC19-F2C7-712D-0B89D3B37240}"/>
          </ac:graphicFrameMkLst>
        </pc:graphicFrameChg>
      </pc:sldChg>
    </pc:docChg>
  </pc:docChgLst>
  <pc:docChgLst>
    <pc:chgData name="Talip Ates (s)" userId="bf28ffd5-560b-4f7b-a27c-f67f293f14a1" providerId="ADAL" clId="{75EFFC34-C0C9-5752-979D-01B9518573B6}"/>
    <pc:docChg chg="undo custSel modSld">
      <pc:chgData name="Talip Ates (s)" userId="bf28ffd5-560b-4f7b-a27c-f67f293f14a1" providerId="ADAL" clId="{75EFFC34-C0C9-5752-979D-01B9518573B6}" dt="2026-05-28T10:56:42.270" v="375" actId="242"/>
      <pc:docMkLst>
        <pc:docMk/>
      </pc:docMkLst>
      <pc:sldChg chg="addSp modSp">
        <pc:chgData name="Talip Ates (s)" userId="bf28ffd5-560b-4f7b-a27c-f67f293f14a1" providerId="ADAL" clId="{75EFFC34-C0C9-5752-979D-01B9518573B6}" dt="2026-05-28T10:54:31.166" v="344"/>
        <pc:sldMkLst>
          <pc:docMk/>
          <pc:sldMk cId="34848085" sldId="257"/>
        </pc:sldMkLst>
        <pc:spChg chg="mod">
          <ac:chgData name="Talip Ates (s)" userId="bf28ffd5-560b-4f7b-a27c-f67f293f14a1" providerId="ADAL" clId="{75EFFC34-C0C9-5752-979D-01B9518573B6}" dt="2026-05-28T10:10:59.023" v="1" actId="1076"/>
          <ac:spMkLst>
            <pc:docMk/>
            <pc:sldMk cId="34848085" sldId="257"/>
            <ac:spMk id="2" creationId="{DEEDD1A8-6A32-004E-5018-0875F0566E7F}"/>
          </ac:spMkLst>
        </pc:spChg>
        <pc:spChg chg="add mod">
          <ac:chgData name="Talip Ates (s)" userId="bf28ffd5-560b-4f7b-a27c-f67f293f14a1" providerId="ADAL" clId="{75EFFC34-C0C9-5752-979D-01B9518573B6}" dt="2026-05-28T10:54:31.166" v="344"/>
          <ac:spMkLst>
            <pc:docMk/>
            <pc:sldMk cId="34848085" sldId="257"/>
            <ac:spMk id="3" creationId="{7985D804-29D4-016B-91C9-6025A1E1809C}"/>
          </ac:spMkLst>
        </pc:spChg>
        <pc:graphicFrameChg chg="mod">
          <ac:chgData name="Talip Ates (s)" userId="bf28ffd5-560b-4f7b-a27c-f67f293f14a1" providerId="ADAL" clId="{75EFFC34-C0C9-5752-979D-01B9518573B6}" dt="2026-05-28T10:18:44.748" v="224" actId="207"/>
          <ac:graphicFrameMkLst>
            <pc:docMk/>
            <pc:sldMk cId="34848085" sldId="257"/>
            <ac:graphicFrameMk id="5" creationId="{B6239B2B-1D4F-81D3-C02C-E4C3273163AA}"/>
          </ac:graphicFrameMkLst>
        </pc:graphicFrameChg>
      </pc:sldChg>
      <pc:sldChg chg="addSp delSp modSp mod">
        <pc:chgData name="Talip Ates (s)" userId="bf28ffd5-560b-4f7b-a27c-f67f293f14a1" providerId="ADAL" clId="{75EFFC34-C0C9-5752-979D-01B9518573B6}" dt="2026-05-28T10:54:29.212" v="343"/>
        <pc:sldMkLst>
          <pc:docMk/>
          <pc:sldMk cId="391587755" sldId="258"/>
        </pc:sldMkLst>
        <pc:spChg chg="mod">
          <ac:chgData name="Talip Ates (s)" userId="bf28ffd5-560b-4f7b-a27c-f67f293f14a1" providerId="ADAL" clId="{75EFFC34-C0C9-5752-979D-01B9518573B6}" dt="2026-05-28T10:11:40.709" v="29" actId="20577"/>
          <ac:spMkLst>
            <pc:docMk/>
            <pc:sldMk cId="391587755" sldId="258"/>
            <ac:spMk id="2" creationId="{72CF676A-66EA-F87C-BF4F-289948A4DAE3}"/>
          </ac:spMkLst>
        </pc:spChg>
        <pc:spChg chg="mod">
          <ac:chgData name="Talip Ates (s)" userId="bf28ffd5-560b-4f7b-a27c-f67f293f14a1" providerId="ADAL" clId="{75EFFC34-C0C9-5752-979D-01B9518573B6}" dt="2026-05-28T10:21:51.490" v="255" actId="12"/>
          <ac:spMkLst>
            <pc:docMk/>
            <pc:sldMk cId="391587755" sldId="258"/>
            <ac:spMk id="3" creationId="{1F6E546E-79D3-4503-920B-A93FC82172F6}"/>
          </ac:spMkLst>
        </pc:spChg>
        <pc:spChg chg="add del mod">
          <ac:chgData name="Talip Ates (s)" userId="bf28ffd5-560b-4f7b-a27c-f67f293f14a1" providerId="ADAL" clId="{75EFFC34-C0C9-5752-979D-01B9518573B6}" dt="2026-05-28T10:11:51.020" v="31" actId="478"/>
          <ac:spMkLst>
            <pc:docMk/>
            <pc:sldMk cId="391587755" sldId="258"/>
            <ac:spMk id="4" creationId="{6ADF1FE0-CB61-D2DA-9C81-7CEF3A6415B7}"/>
          </ac:spMkLst>
        </pc:spChg>
        <pc:spChg chg="add mod">
          <ac:chgData name="Talip Ates (s)" userId="bf28ffd5-560b-4f7b-a27c-f67f293f14a1" providerId="ADAL" clId="{75EFFC34-C0C9-5752-979D-01B9518573B6}" dt="2026-05-28T10:11:55.812" v="45" actId="20577"/>
          <ac:spMkLst>
            <pc:docMk/>
            <pc:sldMk cId="391587755" sldId="258"/>
            <ac:spMk id="6" creationId="{422875F6-5522-4F9B-2654-4A250F432865}"/>
          </ac:spMkLst>
        </pc:spChg>
        <pc:spChg chg="del mod">
          <ac:chgData name="Talip Ates (s)" userId="bf28ffd5-560b-4f7b-a27c-f67f293f14a1" providerId="ADAL" clId="{75EFFC34-C0C9-5752-979D-01B9518573B6}" dt="2026-05-28T10:11:05.406" v="3" actId="478"/>
          <ac:spMkLst>
            <pc:docMk/>
            <pc:sldMk cId="391587755" sldId="258"/>
            <ac:spMk id="7" creationId="{FD547927-ED69-F1C4-4BBE-6401CA7A7279}"/>
          </ac:spMkLst>
        </pc:spChg>
        <pc:spChg chg="add mod">
          <ac:chgData name="Talip Ates (s)" userId="bf28ffd5-560b-4f7b-a27c-f67f293f14a1" providerId="ADAL" clId="{75EFFC34-C0C9-5752-979D-01B9518573B6}" dt="2026-05-28T10:54:29.212" v="343"/>
          <ac:spMkLst>
            <pc:docMk/>
            <pc:sldMk cId="391587755" sldId="258"/>
            <ac:spMk id="8" creationId="{BCAD5ADD-EED7-4A40-99D6-898CCC00A8B7}"/>
          </ac:spMkLst>
        </pc:spChg>
      </pc:sldChg>
      <pc:sldChg chg="addSp delSp modSp mod">
        <pc:chgData name="Talip Ates (s)" userId="bf28ffd5-560b-4f7b-a27c-f67f293f14a1" providerId="ADAL" clId="{75EFFC34-C0C9-5752-979D-01B9518573B6}" dt="2026-05-28T10:54:27.448" v="342"/>
        <pc:sldMkLst>
          <pc:docMk/>
          <pc:sldMk cId="3733376280" sldId="259"/>
        </pc:sldMkLst>
        <pc:spChg chg="add mod">
          <ac:chgData name="Talip Ates (s)" userId="bf28ffd5-560b-4f7b-a27c-f67f293f14a1" providerId="ADAL" clId="{75EFFC34-C0C9-5752-979D-01B9518573B6}" dt="2026-05-28T10:12:08.431" v="80" actId="20577"/>
          <ac:spMkLst>
            <pc:docMk/>
            <pc:sldMk cId="3733376280" sldId="259"/>
            <ac:spMk id="2" creationId="{4B74D84B-A2A3-97EA-01B8-476098908D84}"/>
          </ac:spMkLst>
        </pc:spChg>
        <pc:spChg chg="mod">
          <ac:chgData name="Talip Ates (s)" userId="bf28ffd5-560b-4f7b-a27c-f67f293f14a1" providerId="ADAL" clId="{75EFFC34-C0C9-5752-979D-01B9518573B6}" dt="2026-05-28T10:18:51.442" v="225" actId="207"/>
          <ac:spMkLst>
            <pc:docMk/>
            <pc:sldMk cId="3733376280" sldId="259"/>
            <ac:spMk id="3" creationId="{6BC21955-A863-177C-C4F1-FA55086BF61D}"/>
          </ac:spMkLst>
        </pc:spChg>
        <pc:spChg chg="add mod">
          <ac:chgData name="Talip Ates (s)" userId="bf28ffd5-560b-4f7b-a27c-f67f293f14a1" providerId="ADAL" clId="{75EFFC34-C0C9-5752-979D-01B9518573B6}" dt="2026-05-28T10:54:27.448" v="342"/>
          <ac:spMkLst>
            <pc:docMk/>
            <pc:sldMk cId="3733376280" sldId="259"/>
            <ac:spMk id="4" creationId="{198FAFE2-07F0-FD99-385C-3D908EA373FC}"/>
          </ac:spMkLst>
        </pc:spChg>
        <pc:spChg chg="del">
          <ac:chgData name="Talip Ates (s)" userId="bf28ffd5-560b-4f7b-a27c-f67f293f14a1" providerId="ADAL" clId="{75EFFC34-C0C9-5752-979D-01B9518573B6}" dt="2026-05-28T10:11:59.558" v="46" actId="478"/>
          <ac:spMkLst>
            <pc:docMk/>
            <pc:sldMk cId="3733376280" sldId="259"/>
            <ac:spMk id="6" creationId="{CF8ADECF-41EF-06ED-E2F0-9E91D056E7E2}"/>
          </ac:spMkLst>
        </pc:spChg>
        <pc:graphicFrameChg chg="mod">
          <ac:chgData name="Talip Ates (s)" userId="bf28ffd5-560b-4f7b-a27c-f67f293f14a1" providerId="ADAL" clId="{75EFFC34-C0C9-5752-979D-01B9518573B6}" dt="2026-05-28T10:19:10.468" v="231" actId="207"/>
          <ac:graphicFrameMkLst>
            <pc:docMk/>
            <pc:sldMk cId="3733376280" sldId="259"/>
            <ac:graphicFrameMk id="5" creationId="{6BC4DAE2-27D6-F9B9-7809-0413F44690E5}"/>
          </ac:graphicFrameMkLst>
        </pc:graphicFrameChg>
      </pc:sldChg>
      <pc:sldChg chg="addSp delSp modSp mod">
        <pc:chgData name="Talip Ates (s)" userId="bf28ffd5-560b-4f7b-a27c-f67f293f14a1" providerId="ADAL" clId="{75EFFC34-C0C9-5752-979D-01B9518573B6}" dt="2026-05-28T10:54:25.851" v="341"/>
        <pc:sldMkLst>
          <pc:docMk/>
          <pc:sldMk cId="3670355953" sldId="260"/>
        </pc:sldMkLst>
        <pc:spChg chg="add mod">
          <ac:chgData name="Talip Ates (s)" userId="bf28ffd5-560b-4f7b-a27c-f67f293f14a1" providerId="ADAL" clId="{75EFFC34-C0C9-5752-979D-01B9518573B6}" dt="2026-05-28T10:12:22.638" v="109" actId="20577"/>
          <ac:spMkLst>
            <pc:docMk/>
            <pc:sldMk cId="3670355953" sldId="260"/>
            <ac:spMk id="2" creationId="{016A3CA0-341F-9D61-535F-DB2C11B87BC0}"/>
          </ac:spMkLst>
        </pc:spChg>
        <pc:spChg chg="del">
          <ac:chgData name="Talip Ates (s)" userId="bf28ffd5-560b-4f7b-a27c-f67f293f14a1" providerId="ADAL" clId="{75EFFC34-C0C9-5752-979D-01B9518573B6}" dt="2026-05-28T10:12:13.710" v="81" actId="478"/>
          <ac:spMkLst>
            <pc:docMk/>
            <pc:sldMk cId="3670355953" sldId="260"/>
            <ac:spMk id="10" creationId="{530D112F-881D-B405-FCE1-B8F75EF68843}"/>
          </ac:spMkLst>
        </pc:spChg>
        <pc:spChg chg="add mod">
          <ac:chgData name="Talip Ates (s)" userId="bf28ffd5-560b-4f7b-a27c-f67f293f14a1" providerId="ADAL" clId="{75EFFC34-C0C9-5752-979D-01B9518573B6}" dt="2026-05-28T10:54:25.851" v="341"/>
          <ac:spMkLst>
            <pc:docMk/>
            <pc:sldMk cId="3670355953" sldId="260"/>
            <ac:spMk id="17" creationId="{BAD32906-DA94-4947-1122-61A8ED128B68}"/>
          </ac:spMkLst>
        </pc:spChg>
        <pc:picChg chg="mod">
          <ac:chgData name="Talip Ates (s)" userId="bf28ffd5-560b-4f7b-a27c-f67f293f14a1" providerId="ADAL" clId="{75EFFC34-C0C9-5752-979D-01B9518573B6}" dt="2026-05-28T10:53:46.905" v="334"/>
          <ac:picMkLst>
            <pc:docMk/>
            <pc:sldMk cId="3670355953" sldId="260"/>
            <ac:picMk id="4" creationId="{F043CBB4-3421-5DA1-2F23-74832CB4579D}"/>
          </ac:picMkLst>
        </pc:picChg>
        <pc:picChg chg="add del mod">
          <ac:chgData name="Talip Ates (s)" userId="bf28ffd5-560b-4f7b-a27c-f67f293f14a1" providerId="ADAL" clId="{75EFFC34-C0C9-5752-979D-01B9518573B6}" dt="2026-05-28T10:20:50.138" v="240" actId="478"/>
          <ac:picMkLst>
            <pc:docMk/>
            <pc:sldMk cId="3670355953" sldId="260"/>
            <ac:picMk id="6" creationId="{172541C3-C34A-877F-958E-980A54F3908D}"/>
          </ac:picMkLst>
        </pc:picChg>
        <pc:picChg chg="add del">
          <ac:chgData name="Talip Ates (s)" userId="bf28ffd5-560b-4f7b-a27c-f67f293f14a1" providerId="ADAL" clId="{75EFFC34-C0C9-5752-979D-01B9518573B6}" dt="2026-05-28T10:20:18.231" v="234" actId="478"/>
          <ac:picMkLst>
            <pc:docMk/>
            <pc:sldMk cId="3670355953" sldId="260"/>
            <ac:picMk id="8" creationId="{89BDDB01-174D-9572-894B-EF87FA6121B7}"/>
          </ac:picMkLst>
        </pc:picChg>
        <pc:picChg chg="add mod">
          <ac:chgData name="Talip Ates (s)" userId="bf28ffd5-560b-4f7b-a27c-f67f293f14a1" providerId="ADAL" clId="{75EFFC34-C0C9-5752-979D-01B9518573B6}" dt="2026-05-28T10:21:03.395" v="245" actId="1076"/>
          <ac:picMkLst>
            <pc:docMk/>
            <pc:sldMk cId="3670355953" sldId="260"/>
            <ac:picMk id="16" creationId="{F7389711-A5B7-69AF-46AB-82AEC4B889EB}"/>
          </ac:picMkLst>
        </pc:picChg>
      </pc:sldChg>
      <pc:sldChg chg="addSp delSp modSp mod">
        <pc:chgData name="Talip Ates (s)" userId="bf28ffd5-560b-4f7b-a27c-f67f293f14a1" providerId="ADAL" clId="{75EFFC34-C0C9-5752-979D-01B9518573B6}" dt="2026-05-28T10:54:22.228" v="339"/>
        <pc:sldMkLst>
          <pc:docMk/>
          <pc:sldMk cId="3153575354" sldId="262"/>
        </pc:sldMkLst>
        <pc:spChg chg="del">
          <ac:chgData name="Talip Ates (s)" userId="bf28ffd5-560b-4f7b-a27c-f67f293f14a1" providerId="ADAL" clId="{75EFFC34-C0C9-5752-979D-01B9518573B6}" dt="2026-05-28T10:12:28.599" v="110" actId="478"/>
          <ac:spMkLst>
            <pc:docMk/>
            <pc:sldMk cId="3153575354" sldId="262"/>
            <ac:spMk id="2" creationId="{66AB724B-CF4B-C8D5-D1DD-31F7E5CEDE01}"/>
          </ac:spMkLst>
        </pc:spChg>
        <pc:spChg chg="add del mod">
          <ac:chgData name="Talip Ates (s)" userId="bf28ffd5-560b-4f7b-a27c-f67f293f14a1" providerId="ADAL" clId="{75EFFC34-C0C9-5752-979D-01B9518573B6}" dt="2026-05-28T10:12:31.099" v="111" actId="478"/>
          <ac:spMkLst>
            <pc:docMk/>
            <pc:sldMk cId="3153575354" sldId="262"/>
            <ac:spMk id="3" creationId="{7C6B5623-2247-EE8E-3292-622ECD30AF69}"/>
          </ac:spMkLst>
        </pc:spChg>
        <pc:spChg chg="add del mod">
          <ac:chgData name="Talip Ates (s)" userId="bf28ffd5-560b-4f7b-a27c-f67f293f14a1" providerId="ADAL" clId="{75EFFC34-C0C9-5752-979D-01B9518573B6}" dt="2026-05-28T10:22:40.728" v="293" actId="478"/>
          <ac:spMkLst>
            <pc:docMk/>
            <pc:sldMk cId="3153575354" sldId="262"/>
            <ac:spMk id="4" creationId="{9A153D4D-EA79-671C-23B2-130B3DADBA16}"/>
          </ac:spMkLst>
        </pc:spChg>
        <pc:spChg chg="add mod">
          <ac:chgData name="Talip Ates (s)" userId="bf28ffd5-560b-4f7b-a27c-f67f293f14a1" providerId="ADAL" clId="{75EFFC34-C0C9-5752-979D-01B9518573B6}" dt="2026-05-28T10:22:37.616" v="292" actId="20577"/>
          <ac:spMkLst>
            <pc:docMk/>
            <pc:sldMk cId="3153575354" sldId="262"/>
            <ac:spMk id="5" creationId="{EDFA6394-4522-B42D-452E-4835B1184137}"/>
          </ac:spMkLst>
        </pc:spChg>
        <pc:spChg chg="add del mod">
          <ac:chgData name="Talip Ates (s)" userId="bf28ffd5-560b-4f7b-a27c-f67f293f14a1" providerId="ADAL" clId="{75EFFC34-C0C9-5752-979D-01B9518573B6}" dt="2026-05-28T10:22:42.472" v="294" actId="478"/>
          <ac:spMkLst>
            <pc:docMk/>
            <pc:sldMk cId="3153575354" sldId="262"/>
            <ac:spMk id="6" creationId="{F3B51D0E-2ACE-FFC6-1ABA-4C6DCF926550}"/>
          </ac:spMkLst>
        </pc:spChg>
        <pc:spChg chg="add mod">
          <ac:chgData name="Talip Ates (s)" userId="bf28ffd5-560b-4f7b-a27c-f67f293f14a1" providerId="ADAL" clId="{75EFFC34-C0C9-5752-979D-01B9518573B6}" dt="2026-05-28T10:54:22.228" v="339"/>
          <ac:spMkLst>
            <pc:docMk/>
            <pc:sldMk cId="3153575354" sldId="262"/>
            <ac:spMk id="7" creationId="{24FACDE9-4F9B-2D82-2D35-1E7BE0DB37EE}"/>
          </ac:spMkLst>
        </pc:spChg>
        <pc:spChg chg="del mod">
          <ac:chgData name="Talip Ates (s)" userId="bf28ffd5-560b-4f7b-a27c-f67f293f14a1" providerId="ADAL" clId="{75EFFC34-C0C9-5752-979D-01B9518573B6}" dt="2026-05-28T10:13:22.646" v="161" actId="26606"/>
          <ac:spMkLst>
            <pc:docMk/>
            <pc:sldMk cId="3153575354" sldId="262"/>
            <ac:spMk id="14" creationId="{100A6B7D-6C68-C91E-ECD5-A7D1381091AC}"/>
          </ac:spMkLst>
        </pc:spChg>
        <pc:graphicFrameChg chg="add mod modGraphic">
          <ac:chgData name="Talip Ates (s)" userId="bf28ffd5-560b-4f7b-a27c-f67f293f14a1" providerId="ADAL" clId="{75EFFC34-C0C9-5752-979D-01B9518573B6}" dt="2026-05-28T10:22:48.220" v="296" actId="14100"/>
          <ac:graphicFrameMkLst>
            <pc:docMk/>
            <pc:sldMk cId="3153575354" sldId="262"/>
            <ac:graphicFrameMk id="16" creationId="{790A39CC-DFBE-66D3-0178-8970DC48C232}"/>
          </ac:graphicFrameMkLst>
        </pc:graphicFrameChg>
      </pc:sldChg>
      <pc:sldChg chg="addSp delSp modSp mod">
        <pc:chgData name="Talip Ates (s)" userId="bf28ffd5-560b-4f7b-a27c-f67f293f14a1" providerId="ADAL" clId="{75EFFC34-C0C9-5752-979D-01B9518573B6}" dt="2026-05-28T10:54:32.889" v="345"/>
        <pc:sldMkLst>
          <pc:docMk/>
          <pc:sldMk cId="973010245" sldId="424"/>
        </pc:sldMkLst>
        <pc:spChg chg="add del mod">
          <ac:chgData name="Talip Ates (s)" userId="bf28ffd5-560b-4f7b-a27c-f67f293f14a1" providerId="ADAL" clId="{75EFFC34-C0C9-5752-979D-01B9518573B6}" dt="2026-05-28T10:22:09.098" v="259"/>
          <ac:spMkLst>
            <pc:docMk/>
            <pc:sldMk cId="973010245" sldId="424"/>
            <ac:spMk id="2" creationId="{1EA1BAE4-651C-FE8A-A88E-71D16B7BCE3A}"/>
          </ac:spMkLst>
        </pc:spChg>
        <pc:spChg chg="add del mod">
          <ac:chgData name="Talip Ates (s)" userId="bf28ffd5-560b-4f7b-a27c-f67f293f14a1" providerId="ADAL" clId="{75EFFC34-C0C9-5752-979D-01B9518573B6}" dt="2026-05-28T10:22:10.129" v="261"/>
          <ac:spMkLst>
            <pc:docMk/>
            <pc:sldMk cId="973010245" sldId="424"/>
            <ac:spMk id="4" creationId="{CD093715-D31D-808F-C64A-08C70DE4AB3E}"/>
          </ac:spMkLst>
        </pc:spChg>
        <pc:spChg chg="add mod">
          <ac:chgData name="Talip Ates (s)" userId="bf28ffd5-560b-4f7b-a27c-f67f293f14a1" providerId="ADAL" clId="{75EFFC34-C0C9-5752-979D-01B9518573B6}" dt="2026-05-28T10:54:14.860" v="337"/>
          <ac:spMkLst>
            <pc:docMk/>
            <pc:sldMk cId="973010245" sldId="424"/>
            <ac:spMk id="8" creationId="{35923C76-7699-0425-2D31-425B857B8C41}"/>
          </ac:spMkLst>
        </pc:spChg>
        <pc:spChg chg="add mod">
          <ac:chgData name="Talip Ates (s)" userId="bf28ffd5-560b-4f7b-a27c-f67f293f14a1" providerId="ADAL" clId="{75EFFC34-C0C9-5752-979D-01B9518573B6}" dt="2026-05-28T10:54:32.889" v="345"/>
          <ac:spMkLst>
            <pc:docMk/>
            <pc:sldMk cId="973010245" sldId="424"/>
            <ac:spMk id="9" creationId="{05DB4619-1B0D-134A-F454-90CFDBE14211}"/>
          </ac:spMkLst>
        </pc:spChg>
      </pc:sldChg>
      <pc:sldChg chg="addSp delSp modSp mod">
        <pc:chgData name="Talip Ates (s)" userId="bf28ffd5-560b-4f7b-a27c-f67f293f14a1" providerId="ADAL" clId="{75EFFC34-C0C9-5752-979D-01B9518573B6}" dt="2026-05-28T10:54:20.747" v="338"/>
        <pc:sldMkLst>
          <pc:docMk/>
          <pc:sldMk cId="734726991" sldId="441"/>
        </pc:sldMkLst>
        <pc:spChg chg="del">
          <ac:chgData name="Talip Ates (s)" userId="bf28ffd5-560b-4f7b-a27c-f67f293f14a1" providerId="ADAL" clId="{75EFFC34-C0C9-5752-979D-01B9518573B6}" dt="2026-05-28T10:12:45.062" v="147" actId="478"/>
          <ac:spMkLst>
            <pc:docMk/>
            <pc:sldMk cId="734726991" sldId="441"/>
            <ac:spMk id="2" creationId="{BAFDEB3A-8ACC-6E25-AEBD-98DE76076FF3}"/>
          </ac:spMkLst>
        </pc:spChg>
        <pc:spChg chg="add mod">
          <ac:chgData name="Talip Ates (s)" userId="bf28ffd5-560b-4f7b-a27c-f67f293f14a1" providerId="ADAL" clId="{75EFFC34-C0C9-5752-979D-01B9518573B6}" dt="2026-05-28T10:12:48.369" v="157" actId="20577"/>
          <ac:spMkLst>
            <pc:docMk/>
            <pc:sldMk cId="734726991" sldId="441"/>
            <ac:spMk id="3" creationId="{6184E2DD-C80B-77D5-974A-CB7B8BF1C804}"/>
          </ac:spMkLst>
        </pc:spChg>
        <pc:spChg chg="del">
          <ac:chgData name="Talip Ates (s)" userId="bf28ffd5-560b-4f7b-a27c-f67f293f14a1" providerId="ADAL" clId="{75EFFC34-C0C9-5752-979D-01B9518573B6}" dt="2026-05-28T10:54:00.643" v="335" actId="478"/>
          <ac:spMkLst>
            <pc:docMk/>
            <pc:sldMk cId="734726991" sldId="441"/>
            <ac:spMk id="4" creationId="{54D27B28-EFB9-C1D8-7537-F0DAEBCCE09A}"/>
          </ac:spMkLst>
        </pc:spChg>
        <pc:spChg chg="add mod">
          <ac:chgData name="Talip Ates (s)" userId="bf28ffd5-560b-4f7b-a27c-f67f293f14a1" providerId="ADAL" clId="{75EFFC34-C0C9-5752-979D-01B9518573B6}" dt="2026-05-28T10:54:20.747" v="338"/>
          <ac:spMkLst>
            <pc:docMk/>
            <pc:sldMk cId="734726991" sldId="441"/>
            <ac:spMk id="6" creationId="{01EEBA04-620C-9B72-FEFD-967AFE39C0C9}"/>
          </ac:spMkLst>
        </pc:spChg>
      </pc:sldChg>
      <pc:sldChg chg="addSp delSp modSp mod">
        <pc:chgData name="Talip Ates (s)" userId="bf28ffd5-560b-4f7b-a27c-f67f293f14a1" providerId="ADAL" clId="{75EFFC34-C0C9-5752-979D-01B9518573B6}" dt="2026-05-28T10:56:42.270" v="375" actId="242"/>
        <pc:sldMkLst>
          <pc:docMk/>
          <pc:sldMk cId="2737370505" sldId="516"/>
        </pc:sldMkLst>
        <pc:spChg chg="add mod">
          <ac:chgData name="Talip Ates (s)" userId="bf28ffd5-560b-4f7b-a27c-f67f293f14a1" providerId="ADAL" clId="{75EFFC34-C0C9-5752-979D-01B9518573B6}" dt="2026-05-28T10:56:42.270" v="375" actId="242"/>
          <ac:spMkLst>
            <pc:docMk/>
            <pc:sldMk cId="2737370505" sldId="516"/>
            <ac:spMk id="4" creationId="{617DF81E-1783-89B4-22E7-0780A6845815}"/>
          </ac:spMkLst>
        </pc:spChg>
        <pc:spChg chg="add del mod">
          <ac:chgData name="Talip Ates (s)" userId="bf28ffd5-560b-4f7b-a27c-f67f293f14a1" providerId="ADAL" clId="{75EFFC34-C0C9-5752-979D-01B9518573B6}" dt="2026-05-28T10:55:42.683" v="364" actId="478"/>
          <ac:spMkLst>
            <pc:docMk/>
            <pc:sldMk cId="2737370505" sldId="516"/>
            <ac:spMk id="5" creationId="{FBA67E3C-49E0-5B87-1F66-12625825031E}"/>
          </ac:spMkLst>
        </pc:spChg>
        <pc:spChg chg="del mod">
          <ac:chgData name="Talip Ates (s)" userId="bf28ffd5-560b-4f7b-a27c-f67f293f14a1" providerId="ADAL" clId="{75EFFC34-C0C9-5752-979D-01B9518573B6}" dt="2026-05-28T10:55:39.600" v="363" actId="478"/>
          <ac:spMkLst>
            <pc:docMk/>
            <pc:sldMk cId="2737370505" sldId="516"/>
            <ac:spMk id="7" creationId="{1FD0419B-0400-60D6-C1FA-78B4FD0D0A70}"/>
          </ac:spMkLst>
        </pc:spChg>
        <pc:picChg chg="mod">
          <ac:chgData name="Talip Ates (s)" userId="bf28ffd5-560b-4f7b-a27c-f67f293f14a1" providerId="ADAL" clId="{75EFFC34-C0C9-5752-979D-01B9518573B6}" dt="2026-05-28T10:54:55.816" v="348" actId="1076"/>
          <ac:picMkLst>
            <pc:docMk/>
            <pc:sldMk cId="2737370505" sldId="516"/>
            <ac:picMk id="2" creationId="{E73FFCEE-CA5E-BAB5-A67C-9871E08C951E}"/>
          </ac:picMkLst>
        </pc:picChg>
      </pc:sldChg>
      <pc:sldChg chg="addSp delSp modSp mod">
        <pc:chgData name="Talip Ates (s)" userId="bf28ffd5-560b-4f7b-a27c-f67f293f14a1" providerId="ADAL" clId="{75EFFC34-C0C9-5752-979D-01B9518573B6}" dt="2026-05-28T10:54:24.080" v="340"/>
        <pc:sldMkLst>
          <pc:docMk/>
          <pc:sldMk cId="3188661223" sldId="517"/>
        </pc:sldMkLst>
        <pc:spChg chg="add del mod">
          <ac:chgData name="Talip Ates (s)" userId="bf28ffd5-560b-4f7b-a27c-f67f293f14a1" providerId="ADAL" clId="{75EFFC34-C0C9-5752-979D-01B9518573B6}" dt="2026-05-28T10:52:38.023" v="327"/>
          <ac:spMkLst>
            <pc:docMk/>
            <pc:sldMk cId="3188661223" sldId="517"/>
            <ac:spMk id="2" creationId="{17EB1AC4-E23F-DDFA-0AE3-D8C19C076BA3}"/>
          </ac:spMkLst>
        </pc:spChg>
        <pc:spChg chg="add del mod">
          <ac:chgData name="Talip Ates (s)" userId="bf28ffd5-560b-4f7b-a27c-f67f293f14a1" providerId="ADAL" clId="{75EFFC34-C0C9-5752-979D-01B9518573B6}" dt="2026-05-28T10:52:47.988" v="330" actId="478"/>
          <ac:spMkLst>
            <pc:docMk/>
            <pc:sldMk cId="3188661223" sldId="517"/>
            <ac:spMk id="3" creationId="{3C1EDA8F-C767-0C66-E9C9-F9A4BBE2CF02}"/>
          </ac:spMkLst>
        </pc:spChg>
        <pc:spChg chg="add mod">
          <ac:chgData name="Talip Ates (s)" userId="bf28ffd5-560b-4f7b-a27c-f67f293f14a1" providerId="ADAL" clId="{75EFFC34-C0C9-5752-979D-01B9518573B6}" dt="2026-05-28T10:52:50.117" v="331" actId="20577"/>
          <ac:spMkLst>
            <pc:docMk/>
            <pc:sldMk cId="3188661223" sldId="517"/>
            <ac:spMk id="5" creationId="{1B6D903B-8977-D7B4-B3DC-1BD8EC242CCD}"/>
          </ac:spMkLst>
        </pc:spChg>
        <pc:spChg chg="add mod">
          <ac:chgData name="Talip Ates (s)" userId="bf28ffd5-560b-4f7b-a27c-f67f293f14a1" providerId="ADAL" clId="{75EFFC34-C0C9-5752-979D-01B9518573B6}" dt="2026-05-28T10:54:24.080" v="340"/>
          <ac:spMkLst>
            <pc:docMk/>
            <pc:sldMk cId="3188661223" sldId="517"/>
            <ac:spMk id="6" creationId="{6E883867-F945-FE1B-77FC-17BFD02FB368}"/>
          </ac:spMkLst>
        </pc:spChg>
        <pc:spChg chg="del">
          <ac:chgData name="Talip Ates (s)" userId="bf28ffd5-560b-4f7b-a27c-f67f293f14a1" providerId="ADAL" clId="{75EFFC34-C0C9-5752-979D-01B9518573B6}" dt="2026-05-28T10:52:46.003" v="328" actId="478"/>
          <ac:spMkLst>
            <pc:docMk/>
            <pc:sldMk cId="3188661223" sldId="517"/>
            <ac:spMk id="19" creationId="{F0B2A261-D446-D4DF-BA29-92CDBACFDB83}"/>
          </ac:spMkLst>
        </pc:spChg>
        <pc:graphicFrameChg chg="mod">
          <ac:chgData name="Talip Ates (s)" userId="bf28ffd5-560b-4f7b-a27c-f67f293f14a1" providerId="ADAL" clId="{75EFFC34-C0C9-5752-979D-01B9518573B6}" dt="2026-05-28T10:52:35.499" v="325" actId="207"/>
          <ac:graphicFrameMkLst>
            <pc:docMk/>
            <pc:sldMk cId="3188661223" sldId="517"/>
            <ac:graphicFrameMk id="20" creationId="{33CADF30-9B70-1874-EA31-7D05C9785B82}"/>
          </ac:graphicFrameMkLst>
        </pc:graphicFrameChg>
      </pc:sldChg>
    </pc:docChg>
  </pc:docChgLst>
  <pc:docChgLst>
    <pc:chgData name="Harpreet Kaur (s)" userId="S::harpreet.kaur@students.fhnw.ch::010c1c0b-d0a5-4d70-80ce-c9c66c9fe51b" providerId="AD" clId="Web-{4637EB6D-DBA2-7429-0B3E-ADBCCD51E068}"/>
    <pc:docChg chg="modSld">
      <pc:chgData name="Harpreet Kaur (s)" userId="S::harpreet.kaur@students.fhnw.ch::010c1c0b-d0a5-4d70-80ce-c9c66c9fe51b" providerId="AD" clId="Web-{4637EB6D-DBA2-7429-0B3E-ADBCCD51E068}" dt="2026-05-27T19:45:28.757" v="770"/>
      <pc:docMkLst>
        <pc:docMk/>
      </pc:docMkLst>
      <pc:sldChg chg="addSp delSp modSp">
        <pc:chgData name="Harpreet Kaur (s)" userId="S::harpreet.kaur@students.fhnw.ch::010c1c0b-d0a5-4d70-80ce-c9c66c9fe51b" providerId="AD" clId="Web-{4637EB6D-DBA2-7429-0B3E-ADBCCD51E068}" dt="2026-05-27T19:39:55.943" v="769" actId="1076"/>
        <pc:sldMkLst>
          <pc:docMk/>
          <pc:sldMk cId="3670355953" sldId="260"/>
        </pc:sldMkLst>
        <pc:spChg chg="mod">
          <ac:chgData name="Harpreet Kaur (s)" userId="S::harpreet.kaur@students.fhnw.ch::010c1c0b-d0a5-4d70-80ce-c9c66c9fe51b" providerId="AD" clId="Web-{4637EB6D-DBA2-7429-0B3E-ADBCCD51E068}" dt="2026-05-27T19:21:20.111" v="259" actId="20577"/>
          <ac:spMkLst>
            <pc:docMk/>
            <pc:sldMk cId="3670355953" sldId="260"/>
            <ac:spMk id="3" creationId="{63348890-97FD-4030-CD5B-93F96733D416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09:48.077" v="121"/>
          <ac:spMkLst>
            <pc:docMk/>
            <pc:sldMk cId="3670355953" sldId="260"/>
            <ac:spMk id="10" creationId="{17C89A16-99E5-7E8F-7858-3524FBBEE25F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10:44.640" v="143"/>
          <ac:spMkLst>
            <pc:docMk/>
            <pc:sldMk cId="3670355953" sldId="260"/>
            <ac:spMk id="11" creationId="{950486B5-C96B-EB3A-3CC9-93F4CC9BD009}"/>
          </ac:spMkLst>
        </pc:spChg>
        <pc:spChg chg="add mod">
          <ac:chgData name="Harpreet Kaur (s)" userId="S::harpreet.kaur@students.fhnw.ch::010c1c0b-d0a5-4d70-80ce-c9c66c9fe51b" providerId="AD" clId="Web-{4637EB6D-DBA2-7429-0B3E-ADBCCD51E068}" dt="2026-05-27T19:22:18.533" v="284" actId="20577"/>
          <ac:spMkLst>
            <pc:docMk/>
            <pc:sldMk cId="3670355953" sldId="260"/>
            <ac:spMk id="12" creationId="{EFD96215-59B3-7102-E2E3-605C6FB8E63C}"/>
          </ac:spMkLst>
        </pc:spChg>
        <pc:spChg chg="add mod">
          <ac:chgData name="Harpreet Kaur (s)" userId="S::harpreet.kaur@students.fhnw.ch::010c1c0b-d0a5-4d70-80ce-c9c66c9fe51b" providerId="AD" clId="Web-{4637EB6D-DBA2-7429-0B3E-ADBCCD51E068}" dt="2026-05-27T19:34:40.270" v="545" actId="1076"/>
          <ac:spMkLst>
            <pc:docMk/>
            <pc:sldMk cId="3670355953" sldId="260"/>
            <ac:spMk id="13" creationId="{6C714890-EB29-89F8-0615-F52BD8F40978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32:11.004" v="449"/>
          <ac:spMkLst>
            <pc:docMk/>
            <pc:sldMk cId="3670355953" sldId="260"/>
            <ac:spMk id="14" creationId="{AD571A2D-50CE-A720-C62E-4B3B04608266}"/>
          </ac:spMkLst>
        </pc:spChg>
        <pc:spChg chg="add mod">
          <ac:chgData name="Harpreet Kaur (s)" userId="S::harpreet.kaur@students.fhnw.ch::010c1c0b-d0a5-4d70-80ce-c9c66c9fe51b" providerId="AD" clId="Web-{4637EB6D-DBA2-7429-0B3E-ADBCCD51E068}" dt="2026-05-27T19:34:10.927" v="540" actId="1076"/>
          <ac:spMkLst>
            <pc:docMk/>
            <pc:sldMk cId="3670355953" sldId="260"/>
            <ac:spMk id="15" creationId="{3EFDCF55-BEF1-22EE-740D-B690FAB3BE3A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35:42.443" v="564"/>
          <ac:spMkLst>
            <pc:docMk/>
            <pc:sldMk cId="3670355953" sldId="260"/>
            <ac:spMk id="16" creationId="{DD0811A8-F43B-578E-EC72-F2A428233C7E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37:13.459" v="654"/>
          <ac:spMkLst>
            <pc:docMk/>
            <pc:sldMk cId="3670355953" sldId="260"/>
            <ac:spMk id="17" creationId="{1160417B-EA9B-A7AA-C232-3EE060D280DD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37:27.709" v="657"/>
          <ac:spMkLst>
            <pc:docMk/>
            <pc:sldMk cId="3670355953" sldId="260"/>
            <ac:spMk id="18" creationId="{9A1E57C5-74F6-BD63-CBD3-C19395576407}"/>
          </ac:spMkLst>
        </pc:spChg>
        <pc:spChg chg="add del mod">
          <ac:chgData name="Harpreet Kaur (s)" userId="S::harpreet.kaur@students.fhnw.ch::010c1c0b-d0a5-4d70-80ce-c9c66c9fe51b" providerId="AD" clId="Web-{4637EB6D-DBA2-7429-0B3E-ADBCCD51E068}" dt="2026-05-27T19:37:40.240" v="660"/>
          <ac:spMkLst>
            <pc:docMk/>
            <pc:sldMk cId="3670355953" sldId="260"/>
            <ac:spMk id="19" creationId="{8892E257-EEEE-CF13-CA80-95B002F01231}"/>
          </ac:spMkLst>
        </pc:spChg>
        <pc:spChg chg="add mod">
          <ac:chgData name="Harpreet Kaur (s)" userId="S::harpreet.kaur@students.fhnw.ch::010c1c0b-d0a5-4d70-80ce-c9c66c9fe51b" providerId="AD" clId="Web-{4637EB6D-DBA2-7429-0B3E-ADBCCD51E068}" dt="2026-05-27T19:39:55.943" v="769" actId="1076"/>
          <ac:spMkLst>
            <pc:docMk/>
            <pc:sldMk cId="3670355953" sldId="260"/>
            <ac:spMk id="20" creationId="{B02772DE-8D51-A540-CB75-788EE3959706}"/>
          </ac:spMkLst>
        </pc:spChg>
        <pc:picChg chg="mod">
          <ac:chgData name="Harpreet Kaur (s)" userId="S::harpreet.kaur@students.fhnw.ch::010c1c0b-d0a5-4d70-80ce-c9c66c9fe51b" providerId="AD" clId="Web-{4637EB6D-DBA2-7429-0B3E-ADBCCD51E068}" dt="2026-05-27T19:19:08.626" v="245" actId="1076"/>
          <ac:picMkLst>
            <pc:docMk/>
            <pc:sldMk cId="3670355953" sldId="260"/>
            <ac:picMk id="4" creationId="{F043CBB4-3421-5DA1-2F23-74832CB4579D}"/>
          </ac:picMkLst>
        </pc:picChg>
        <pc:picChg chg="mod">
          <ac:chgData name="Harpreet Kaur (s)" userId="S::harpreet.kaur@students.fhnw.ch::010c1c0b-d0a5-4d70-80ce-c9c66c9fe51b" providerId="AD" clId="Web-{4637EB6D-DBA2-7429-0B3E-ADBCCD51E068}" dt="2026-05-27T19:19:13.470" v="246" actId="1076"/>
          <ac:picMkLst>
            <pc:docMk/>
            <pc:sldMk cId="3670355953" sldId="260"/>
            <ac:picMk id="5" creationId="{918C052C-713D-92EA-0807-66F2A4213B71}"/>
          </ac:picMkLst>
        </pc:picChg>
        <pc:picChg chg="mod">
          <ac:chgData name="Harpreet Kaur (s)" userId="S::harpreet.kaur@students.fhnw.ch::010c1c0b-d0a5-4d70-80ce-c9c66c9fe51b" providerId="AD" clId="Web-{4637EB6D-DBA2-7429-0B3E-ADBCCD51E068}" dt="2026-05-27T19:20:18.985" v="254" actId="1076"/>
          <ac:picMkLst>
            <pc:docMk/>
            <pc:sldMk cId="3670355953" sldId="260"/>
            <ac:picMk id="7" creationId="{DE5E7DFF-782C-5872-6947-3FF93EF15AFE}"/>
          </ac:picMkLst>
        </pc:picChg>
        <pc:picChg chg="mod">
          <ac:chgData name="Harpreet Kaur (s)" userId="S::harpreet.kaur@students.fhnw.ch::010c1c0b-d0a5-4d70-80ce-c9c66c9fe51b" providerId="AD" clId="Web-{4637EB6D-DBA2-7429-0B3E-ADBCCD51E068}" dt="2026-05-27T19:20:27.204" v="256" actId="1076"/>
          <ac:picMkLst>
            <pc:docMk/>
            <pc:sldMk cId="3670355953" sldId="260"/>
            <ac:picMk id="8" creationId="{89BDDB01-174D-9572-894B-EF87FA6121B7}"/>
          </ac:picMkLst>
        </pc:picChg>
        <pc:picChg chg="mod">
          <ac:chgData name="Harpreet Kaur (s)" userId="S::harpreet.kaur@students.fhnw.ch::010c1c0b-d0a5-4d70-80ce-c9c66c9fe51b" providerId="AD" clId="Web-{4637EB6D-DBA2-7429-0B3E-ADBCCD51E068}" dt="2026-05-27T19:20:24.720" v="255" actId="1076"/>
          <ac:picMkLst>
            <pc:docMk/>
            <pc:sldMk cId="3670355953" sldId="260"/>
            <ac:picMk id="9" creationId="{C346B707-1B5B-C8C6-0FC5-E15883175E6E}"/>
          </ac:picMkLst>
        </pc:picChg>
      </pc:sldChg>
      <pc:sldChg chg="addSp delSp modSp">
        <pc:chgData name="Harpreet Kaur (s)" userId="S::harpreet.kaur@students.fhnw.ch::010c1c0b-d0a5-4d70-80ce-c9c66c9fe51b" providerId="AD" clId="Web-{4637EB6D-DBA2-7429-0B3E-ADBCCD51E068}" dt="2026-05-27T19:45:28.757" v="770"/>
        <pc:sldMkLst>
          <pc:docMk/>
          <pc:sldMk cId="3153575354" sldId="262"/>
        </pc:sldMkLst>
        <pc:spChg chg="add mod">
          <ac:chgData name="Harpreet Kaur (s)" userId="S::harpreet.kaur@students.fhnw.ch::010c1c0b-d0a5-4d70-80ce-c9c66c9fe51b" providerId="AD" clId="Web-{4637EB6D-DBA2-7429-0B3E-ADBCCD51E068}" dt="2026-05-27T19:45:28.757" v="770"/>
          <ac:spMkLst>
            <pc:docMk/>
            <pc:sldMk cId="3153575354" sldId="262"/>
            <ac:spMk id="14" creationId="{100A6B7D-6C68-C91E-ECD5-A7D1381091AC}"/>
          </ac:spMkLst>
        </pc:spChg>
        <pc:graphicFrameChg chg="del">
          <ac:chgData name="Harpreet Kaur (s)" userId="S::harpreet.kaur@students.fhnw.ch::010c1c0b-d0a5-4d70-80ce-c9c66c9fe51b" providerId="AD" clId="Web-{4637EB6D-DBA2-7429-0B3E-ADBCCD51E068}" dt="2026-05-27T19:45:28.757" v="770"/>
          <ac:graphicFrameMkLst>
            <pc:docMk/>
            <pc:sldMk cId="3153575354" sldId="262"/>
            <ac:graphicFrameMk id="5" creationId="{21A07F23-CC19-F2C7-712D-0B89D3B37240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32AE8A-7E5F-4A1D-9C36-DAC3492492A2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B62FBA4-4FB4-4B13-94CF-98E0C1BEDE9D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/>
            <a:t>Source-</a:t>
          </a:r>
          <a:r>
            <a:rPr lang="de-CH" err="1"/>
            <a:t>to</a:t>
          </a:r>
          <a:r>
            <a:rPr lang="de-CH"/>
            <a:t>-Order </a:t>
          </a:r>
          <a:r>
            <a:rPr lang="de-CH" err="1"/>
            <a:t>process</a:t>
          </a:r>
          <a:r>
            <a:rPr lang="de-CH"/>
            <a:t> </a:t>
          </a:r>
          <a:r>
            <a:rPr lang="de-CH" err="1"/>
            <a:t>automation</a:t>
          </a:r>
          <a:r>
            <a:rPr lang="de-CH"/>
            <a:t> </a:t>
          </a:r>
          <a:endParaRPr lang="en-US"/>
        </a:p>
      </dgm:t>
    </dgm:pt>
    <dgm:pt modelId="{1F8A9594-CFCF-4C34-A070-F203BFBC19F6}" type="parTrans" cxnId="{EB4429A9-09B7-4939-AEC6-7966DE729E4E}">
      <dgm:prSet/>
      <dgm:spPr/>
      <dgm:t>
        <a:bodyPr/>
        <a:lstStyle/>
        <a:p>
          <a:endParaRPr lang="en-US"/>
        </a:p>
      </dgm:t>
    </dgm:pt>
    <dgm:pt modelId="{08ACE19D-994A-45B1-9B52-1B1BE2E000E6}" type="sibTrans" cxnId="{EB4429A9-09B7-4939-AEC6-7966DE729E4E}">
      <dgm:prSet/>
      <dgm:spPr/>
      <dgm:t>
        <a:bodyPr/>
        <a:lstStyle/>
        <a:p>
          <a:endParaRPr lang="en-US"/>
        </a:p>
      </dgm:t>
    </dgm:pt>
    <dgm:pt modelId="{746FF057-C7A6-4DBB-A800-A436EBA2A772}">
      <dgm:prSet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de-CH" err="1">
              <a:latin typeface="Arial"/>
            </a:rPr>
            <a:t>Automated</a:t>
          </a:r>
          <a:r>
            <a:rPr lang="de-CH">
              <a:latin typeface="Arial"/>
            </a:rPr>
            <a:t> supplier </a:t>
          </a:r>
          <a:r>
            <a:rPr lang="de-CH" err="1">
              <a:latin typeface="Arial"/>
            </a:rPr>
            <a:t>selection</a:t>
          </a:r>
          <a:r>
            <a:rPr lang="de-CH">
              <a:latin typeface="Arial"/>
            </a:rPr>
            <a:t> (DMN-</a:t>
          </a:r>
          <a:r>
            <a:rPr lang="de-CH" err="1">
              <a:latin typeface="Arial"/>
            </a:rPr>
            <a:t>driven</a:t>
          </a:r>
          <a:r>
            <a:rPr lang="de-CH">
              <a:latin typeface="Arial"/>
            </a:rPr>
            <a:t>)</a:t>
          </a:r>
          <a:endParaRPr lang="de-CH"/>
        </a:p>
      </dgm:t>
    </dgm:pt>
    <dgm:pt modelId="{AFE6064C-28B8-4C33-A954-37FCA4D55255}" type="parTrans" cxnId="{4041B177-5FF7-4F35-9887-A02B3BB4DB5B}">
      <dgm:prSet/>
      <dgm:spPr/>
      <dgm:t>
        <a:bodyPr/>
        <a:lstStyle/>
        <a:p>
          <a:endParaRPr lang="en-US"/>
        </a:p>
      </dgm:t>
    </dgm:pt>
    <dgm:pt modelId="{4E90152F-B4F0-4808-8589-F7B5C9B4EA4E}" type="sibTrans" cxnId="{4041B177-5FF7-4F35-9887-A02B3BB4DB5B}">
      <dgm:prSet/>
      <dgm:spPr/>
      <dgm:t>
        <a:bodyPr/>
        <a:lstStyle/>
        <a:p>
          <a:endParaRPr lang="en-US"/>
        </a:p>
      </dgm:t>
    </dgm:pt>
    <dgm:pt modelId="{5726C339-510C-462D-B96E-959EF5515BAD}">
      <dgm:prSet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de-CH">
              <a:latin typeface="Arial"/>
            </a:rPr>
            <a:t>Digital </a:t>
          </a:r>
          <a:r>
            <a:rPr lang="de-CH" err="1">
              <a:latin typeface="Arial"/>
            </a:rPr>
            <a:t>self</a:t>
          </a:r>
          <a:r>
            <a:rPr lang="de-CH">
              <a:latin typeface="Arial"/>
            </a:rPr>
            <a:t>-service Request form </a:t>
          </a:r>
          <a:endParaRPr lang="de-CH"/>
        </a:p>
      </dgm:t>
    </dgm:pt>
    <dgm:pt modelId="{13B3F333-BE95-431C-A6CE-A87AFE37EBE9}" type="parTrans" cxnId="{35B8464F-8CC6-43D5-8811-85020A90D7AC}">
      <dgm:prSet/>
      <dgm:spPr/>
      <dgm:t>
        <a:bodyPr/>
        <a:lstStyle/>
        <a:p>
          <a:endParaRPr lang="en-US"/>
        </a:p>
      </dgm:t>
    </dgm:pt>
    <dgm:pt modelId="{DDB1D36F-26B7-49E4-B59F-1B0B01D1D271}" type="sibTrans" cxnId="{35B8464F-8CC6-43D5-8811-85020A90D7AC}">
      <dgm:prSet/>
      <dgm:spPr/>
      <dgm:t>
        <a:bodyPr/>
        <a:lstStyle/>
        <a:p>
          <a:endParaRPr lang="en-US"/>
        </a:p>
      </dgm:t>
    </dgm:pt>
    <dgm:pt modelId="{74F9D0C5-3B98-4A60-AAFE-19D27374D02D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/>
            <a:t>Eco-</a:t>
          </a:r>
          <a:r>
            <a:rPr lang="de-CH" err="1"/>
            <a:t>friendly</a:t>
          </a:r>
          <a:r>
            <a:rPr lang="de-CH"/>
            <a:t> </a:t>
          </a:r>
          <a:r>
            <a:rPr lang="de-CH" err="1"/>
            <a:t>Product</a:t>
          </a:r>
          <a:r>
            <a:rPr lang="de-CH"/>
            <a:t> </a:t>
          </a:r>
          <a:r>
            <a:rPr lang="de-CH" err="1"/>
            <a:t>request</a:t>
          </a:r>
          <a:endParaRPr lang="en-US"/>
        </a:p>
      </dgm:t>
    </dgm:pt>
    <dgm:pt modelId="{B8C915C3-A849-46D5-A9D2-639EAE20BAD7}" type="parTrans" cxnId="{06D9FF11-E4DB-495D-969E-7065B49CD8CA}">
      <dgm:prSet/>
      <dgm:spPr/>
      <dgm:t>
        <a:bodyPr/>
        <a:lstStyle/>
        <a:p>
          <a:endParaRPr lang="en-US"/>
        </a:p>
      </dgm:t>
    </dgm:pt>
    <dgm:pt modelId="{3F70731E-CF47-4081-9400-29FA75C1E77E}" type="sibTrans" cxnId="{06D9FF11-E4DB-495D-969E-7065B49CD8CA}">
      <dgm:prSet/>
      <dgm:spPr/>
      <dgm:t>
        <a:bodyPr/>
        <a:lstStyle/>
        <a:p>
          <a:endParaRPr lang="en-US"/>
        </a:p>
      </dgm:t>
    </dgm:pt>
    <dgm:pt modelId="{4DE4981D-6AAC-4B86-A6C0-D05271C8A4B3}">
      <dgm:prSet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>
              <a:latin typeface="Arial"/>
            </a:rPr>
            <a:t>Addressing Manual </a:t>
          </a:r>
          <a:r>
            <a:rPr lang="en-US" err="1">
              <a:latin typeface="Arial"/>
            </a:rPr>
            <a:t>bottelnecks</a:t>
          </a:r>
          <a:r>
            <a:rPr lang="en-US">
              <a:latin typeface="Arial"/>
            </a:rPr>
            <a:t> &amp; Slow response </a:t>
          </a:r>
          <a:endParaRPr lang="en-US"/>
        </a:p>
      </dgm:t>
    </dgm:pt>
    <dgm:pt modelId="{A54D0AF0-B040-478E-AF08-2DFFD02F4255}" type="parTrans" cxnId="{6B2E31CA-9A2E-44C1-AD68-86ED9FD14248}">
      <dgm:prSet/>
      <dgm:spPr/>
      <dgm:t>
        <a:bodyPr/>
        <a:lstStyle/>
        <a:p>
          <a:endParaRPr lang="en-US"/>
        </a:p>
      </dgm:t>
    </dgm:pt>
    <dgm:pt modelId="{BC93DAB7-3EE9-4362-B0B1-5B6E683FC2D3}" type="sibTrans" cxnId="{6B2E31CA-9A2E-44C1-AD68-86ED9FD14248}">
      <dgm:prSet/>
      <dgm:spPr/>
      <dgm:t>
        <a:bodyPr/>
        <a:lstStyle/>
        <a:p>
          <a:endParaRPr lang="en-US"/>
        </a:p>
      </dgm:t>
    </dgm:pt>
    <dgm:pt modelId="{EC9BBE8D-5677-4481-900F-C12151E7E576}">
      <dgm:prSet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de-CH" err="1">
              <a:latin typeface="Arial"/>
            </a:rPr>
            <a:t>Powered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by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Camunda</a:t>
          </a:r>
          <a:r>
            <a:rPr lang="de-CH">
              <a:latin typeface="Arial"/>
            </a:rPr>
            <a:t> 7 &amp; </a:t>
          </a:r>
          <a:r>
            <a:rPr lang="de-CH" err="1">
              <a:latin typeface="Arial"/>
            </a:rPr>
            <a:t>Make.com</a:t>
          </a:r>
          <a:endParaRPr lang="de-CH"/>
        </a:p>
      </dgm:t>
    </dgm:pt>
    <dgm:pt modelId="{D9534B52-FEF7-46C4-885A-44B3686B69A1}" type="parTrans" cxnId="{D1836AAC-7995-440E-9523-64B270B6D0AF}">
      <dgm:prSet/>
      <dgm:spPr/>
      <dgm:t>
        <a:bodyPr/>
        <a:lstStyle/>
        <a:p>
          <a:endParaRPr lang="en-US"/>
        </a:p>
      </dgm:t>
    </dgm:pt>
    <dgm:pt modelId="{284AFD41-8D63-4C0B-B371-9B3E07000302}" type="sibTrans" cxnId="{D1836AAC-7995-440E-9523-64B270B6D0AF}">
      <dgm:prSet/>
      <dgm:spPr/>
      <dgm:t>
        <a:bodyPr/>
        <a:lstStyle/>
        <a:p>
          <a:endParaRPr lang="en-US"/>
        </a:p>
      </dgm:t>
    </dgm:pt>
    <dgm:pt modelId="{B8FC3393-3706-49B5-9C4E-475D0DF95026}">
      <dgm:prSet phldrT="[Text]"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de-CH" err="1">
              <a:latin typeface="Arial"/>
            </a:rPr>
            <a:t>Product</a:t>
          </a:r>
          <a:r>
            <a:rPr lang="de-CH">
              <a:latin typeface="Arial"/>
            </a:rPr>
            <a:t> not </a:t>
          </a:r>
          <a:r>
            <a:rPr lang="de-CH" err="1">
              <a:latin typeface="Arial"/>
            </a:rPr>
            <a:t>available</a:t>
          </a:r>
          <a:r>
            <a:rPr lang="de-CH">
              <a:latin typeface="Arial"/>
            </a:rPr>
            <a:t> in </a:t>
          </a:r>
          <a:r>
            <a:rPr lang="de-CH" err="1">
              <a:latin typeface="Arial"/>
            </a:rPr>
            <a:t>catalog</a:t>
          </a:r>
          <a:endParaRPr lang="de-CH">
            <a:latin typeface="Arial"/>
          </a:endParaRPr>
        </a:p>
      </dgm:t>
    </dgm:pt>
    <dgm:pt modelId="{AA6AD9AD-4E07-4E6B-90BD-9EC8118C3492}" type="parTrans" cxnId="{C3E3561F-5105-4E14-A0EC-7923C8FA435B}">
      <dgm:prSet/>
      <dgm:spPr/>
      <dgm:t>
        <a:bodyPr/>
        <a:lstStyle/>
        <a:p>
          <a:endParaRPr lang="en-GB"/>
        </a:p>
      </dgm:t>
    </dgm:pt>
    <dgm:pt modelId="{DD20F2BA-0358-46F3-852A-37C26402874D}" type="sibTrans" cxnId="{C3E3561F-5105-4E14-A0EC-7923C8FA435B}">
      <dgm:prSet/>
      <dgm:spPr/>
      <dgm:t>
        <a:bodyPr/>
        <a:lstStyle/>
        <a:p>
          <a:endParaRPr lang="en-GB"/>
        </a:p>
      </dgm:t>
    </dgm:pt>
    <dgm:pt modelId="{CD547AE2-4AC8-44C1-977E-291827494D9C}">
      <dgm:prSet phldrT="[Text]"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de-CH">
              <a:latin typeface="Arial"/>
            </a:rPr>
            <a:t>Office </a:t>
          </a:r>
          <a:r>
            <a:rPr lang="de-CH" err="1">
              <a:latin typeface="Arial"/>
            </a:rPr>
            <a:t>Supplies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E-commerce</a:t>
          </a:r>
          <a:r>
            <a:rPr lang="de-CH">
              <a:latin typeface="Arial"/>
            </a:rPr>
            <a:t> Case </a:t>
          </a:r>
          <a:r>
            <a:rPr lang="de-CH" err="1">
              <a:latin typeface="Arial"/>
            </a:rPr>
            <a:t>study</a:t>
          </a:r>
          <a:r>
            <a:rPr lang="de-CH">
              <a:latin typeface="Arial"/>
            </a:rPr>
            <a:t> </a:t>
          </a:r>
          <a:endParaRPr lang="en-US">
            <a:latin typeface="Arial"/>
          </a:endParaRPr>
        </a:p>
      </dgm:t>
    </dgm:pt>
    <dgm:pt modelId="{73BAC2E3-EEE1-40D2-BB1E-287C6CFDE9C1}" type="parTrans" cxnId="{C9D94E6F-D792-2A46-AC66-0B68915488EB}">
      <dgm:prSet/>
      <dgm:spPr/>
    </dgm:pt>
    <dgm:pt modelId="{2FC78FC0-2A86-47E2-BA97-A18D1AE6C292}" type="sibTrans" cxnId="{C9D94E6F-D792-2A46-AC66-0B68915488EB}">
      <dgm:prSet/>
      <dgm:spPr/>
    </dgm:pt>
    <dgm:pt modelId="{58AAEADA-01DC-1B47-AE26-08E7383A17AD}" type="pres">
      <dgm:prSet presAssocID="{EB32AE8A-7E5F-4A1D-9C36-DAC3492492A2}" presName="diagram" presStyleCnt="0">
        <dgm:presLayoutVars>
          <dgm:dir/>
          <dgm:resizeHandles val="exact"/>
        </dgm:presLayoutVars>
      </dgm:prSet>
      <dgm:spPr/>
    </dgm:pt>
    <dgm:pt modelId="{8325B034-2CA9-A840-988E-0EDECE0EC4EC}" type="pres">
      <dgm:prSet presAssocID="{EB62FBA4-4FB4-4B13-94CF-98E0C1BEDE9D}" presName="node" presStyleLbl="node1" presStyleIdx="0" presStyleCnt="8">
        <dgm:presLayoutVars>
          <dgm:bulletEnabled val="1"/>
        </dgm:presLayoutVars>
      </dgm:prSet>
      <dgm:spPr/>
    </dgm:pt>
    <dgm:pt modelId="{63717AF1-4AE5-3B41-967B-136BD2642F3A}" type="pres">
      <dgm:prSet presAssocID="{08ACE19D-994A-45B1-9B52-1B1BE2E000E6}" presName="sibTrans" presStyleCnt="0"/>
      <dgm:spPr/>
    </dgm:pt>
    <dgm:pt modelId="{A7171F7B-F602-2E41-B90C-5742AC49655E}" type="pres">
      <dgm:prSet presAssocID="{746FF057-C7A6-4DBB-A800-A436EBA2A772}" presName="node" presStyleLbl="node1" presStyleIdx="1" presStyleCnt="8">
        <dgm:presLayoutVars>
          <dgm:bulletEnabled val="1"/>
        </dgm:presLayoutVars>
      </dgm:prSet>
      <dgm:spPr/>
    </dgm:pt>
    <dgm:pt modelId="{0C7686F7-C06A-FC45-842F-2BCC2C31207C}" type="pres">
      <dgm:prSet presAssocID="{4E90152F-B4F0-4808-8589-F7B5C9B4EA4E}" presName="sibTrans" presStyleCnt="0"/>
      <dgm:spPr/>
    </dgm:pt>
    <dgm:pt modelId="{8B068DFA-59A3-4FA1-BE27-B7A792135F3C}" type="pres">
      <dgm:prSet presAssocID="{CD547AE2-4AC8-44C1-977E-291827494D9C}" presName="node" presStyleLbl="node1" presStyleIdx="2" presStyleCnt="8">
        <dgm:presLayoutVars>
          <dgm:bulletEnabled val="1"/>
        </dgm:presLayoutVars>
      </dgm:prSet>
      <dgm:spPr/>
    </dgm:pt>
    <dgm:pt modelId="{52E51C90-0376-4AD2-B854-18EF5463D576}" type="pres">
      <dgm:prSet presAssocID="{2FC78FC0-2A86-47E2-BA97-A18D1AE6C292}" presName="sibTrans" presStyleCnt="0"/>
      <dgm:spPr/>
    </dgm:pt>
    <dgm:pt modelId="{9AC4DBD5-043C-AA44-855B-DFADD241BCB3}" type="pres">
      <dgm:prSet presAssocID="{5726C339-510C-462D-B96E-959EF5515BAD}" presName="node" presStyleLbl="node1" presStyleIdx="3" presStyleCnt="8">
        <dgm:presLayoutVars>
          <dgm:bulletEnabled val="1"/>
        </dgm:presLayoutVars>
      </dgm:prSet>
      <dgm:spPr/>
    </dgm:pt>
    <dgm:pt modelId="{88CFEF8C-6ADF-424D-BB08-F62869A67B4F}" type="pres">
      <dgm:prSet presAssocID="{DDB1D36F-26B7-49E4-B59F-1B0B01D1D271}" presName="sibTrans" presStyleCnt="0"/>
      <dgm:spPr/>
    </dgm:pt>
    <dgm:pt modelId="{CA92A13E-B676-B846-8842-B276E2A53088}" type="pres">
      <dgm:prSet presAssocID="{74F9D0C5-3B98-4A60-AAFE-19D27374D02D}" presName="node" presStyleLbl="node1" presStyleIdx="4" presStyleCnt="8">
        <dgm:presLayoutVars>
          <dgm:bulletEnabled val="1"/>
        </dgm:presLayoutVars>
      </dgm:prSet>
      <dgm:spPr/>
    </dgm:pt>
    <dgm:pt modelId="{74A69368-F070-5D4D-8B3F-3E947CDE96E1}" type="pres">
      <dgm:prSet presAssocID="{3F70731E-CF47-4081-9400-29FA75C1E77E}" presName="sibTrans" presStyleCnt="0"/>
      <dgm:spPr/>
    </dgm:pt>
    <dgm:pt modelId="{46C1966E-6AD5-BE48-95A1-EC13A7F90EEC}" type="pres">
      <dgm:prSet presAssocID="{4DE4981D-6AAC-4B86-A6C0-D05271C8A4B3}" presName="node" presStyleLbl="node1" presStyleIdx="5" presStyleCnt="8">
        <dgm:presLayoutVars>
          <dgm:bulletEnabled val="1"/>
        </dgm:presLayoutVars>
      </dgm:prSet>
      <dgm:spPr/>
    </dgm:pt>
    <dgm:pt modelId="{62DC95CE-7918-7F45-8AAC-54D4BA930FCF}" type="pres">
      <dgm:prSet presAssocID="{BC93DAB7-3EE9-4362-B0B1-5B6E683FC2D3}" presName="sibTrans" presStyleCnt="0"/>
      <dgm:spPr/>
    </dgm:pt>
    <dgm:pt modelId="{1B6D7600-3A2B-4746-B840-C9D3638EA9EA}" type="pres">
      <dgm:prSet presAssocID="{EC9BBE8D-5677-4481-900F-C12151E7E576}" presName="node" presStyleLbl="node1" presStyleIdx="6" presStyleCnt="8">
        <dgm:presLayoutVars>
          <dgm:bulletEnabled val="1"/>
        </dgm:presLayoutVars>
      </dgm:prSet>
      <dgm:spPr/>
    </dgm:pt>
    <dgm:pt modelId="{E49EB79B-0130-4E2E-A8D8-5F06F35F75B8}" type="pres">
      <dgm:prSet presAssocID="{284AFD41-8D63-4C0B-B371-9B3E07000302}" presName="sibTrans" presStyleCnt="0"/>
      <dgm:spPr/>
    </dgm:pt>
    <dgm:pt modelId="{EA44378D-CC0C-45C7-80B4-B7C9E14A3165}" type="pres">
      <dgm:prSet presAssocID="{B8FC3393-3706-49B5-9C4E-475D0DF95026}" presName="node" presStyleLbl="node1" presStyleIdx="7" presStyleCnt="8">
        <dgm:presLayoutVars>
          <dgm:bulletEnabled val="1"/>
        </dgm:presLayoutVars>
      </dgm:prSet>
      <dgm:spPr/>
    </dgm:pt>
  </dgm:ptLst>
  <dgm:cxnLst>
    <dgm:cxn modelId="{06D9FF11-E4DB-495D-969E-7065B49CD8CA}" srcId="{EB32AE8A-7E5F-4A1D-9C36-DAC3492492A2}" destId="{74F9D0C5-3B98-4A60-AAFE-19D27374D02D}" srcOrd="4" destOrd="0" parTransId="{B8C915C3-A849-46D5-A9D2-639EAE20BAD7}" sibTransId="{3F70731E-CF47-4081-9400-29FA75C1E77E}"/>
    <dgm:cxn modelId="{23F88813-E117-C24E-94D5-DC1C3DFDE3EC}" type="presOf" srcId="{CD547AE2-4AC8-44C1-977E-291827494D9C}" destId="{8B068DFA-59A3-4FA1-BE27-B7A792135F3C}" srcOrd="0" destOrd="0" presId="urn:microsoft.com/office/officeart/2005/8/layout/default"/>
    <dgm:cxn modelId="{C3E3561F-5105-4E14-A0EC-7923C8FA435B}" srcId="{EB32AE8A-7E5F-4A1D-9C36-DAC3492492A2}" destId="{B8FC3393-3706-49B5-9C4E-475D0DF95026}" srcOrd="7" destOrd="0" parTransId="{AA6AD9AD-4E07-4E6B-90BD-9EC8118C3492}" sibTransId="{DD20F2BA-0358-46F3-852A-37C26402874D}"/>
    <dgm:cxn modelId="{0C92B22C-8847-9A44-8F77-5A0ADB8E7FAC}" type="presOf" srcId="{B8FC3393-3706-49B5-9C4E-475D0DF95026}" destId="{EA44378D-CC0C-45C7-80B4-B7C9E14A3165}" srcOrd="0" destOrd="0" presId="urn:microsoft.com/office/officeart/2005/8/layout/default"/>
    <dgm:cxn modelId="{2BF2E65C-77D0-CB48-96C2-73458909C24E}" type="presOf" srcId="{746FF057-C7A6-4DBB-A800-A436EBA2A772}" destId="{A7171F7B-F602-2E41-B90C-5742AC49655E}" srcOrd="0" destOrd="0" presId="urn:microsoft.com/office/officeart/2005/8/layout/default"/>
    <dgm:cxn modelId="{E9464465-6354-9341-AFA1-60498F3DE358}" type="presOf" srcId="{4DE4981D-6AAC-4B86-A6C0-D05271C8A4B3}" destId="{46C1966E-6AD5-BE48-95A1-EC13A7F90EEC}" srcOrd="0" destOrd="0" presId="urn:microsoft.com/office/officeart/2005/8/layout/default"/>
    <dgm:cxn modelId="{88C2AC4C-6DEA-1D41-968A-F940E318AB85}" type="presOf" srcId="{74F9D0C5-3B98-4A60-AAFE-19D27374D02D}" destId="{CA92A13E-B676-B846-8842-B276E2A53088}" srcOrd="0" destOrd="0" presId="urn:microsoft.com/office/officeart/2005/8/layout/default"/>
    <dgm:cxn modelId="{35B8464F-8CC6-43D5-8811-85020A90D7AC}" srcId="{EB32AE8A-7E5F-4A1D-9C36-DAC3492492A2}" destId="{5726C339-510C-462D-B96E-959EF5515BAD}" srcOrd="3" destOrd="0" parTransId="{13B3F333-BE95-431C-A6CE-A87AFE37EBE9}" sibTransId="{DDB1D36F-26B7-49E4-B59F-1B0B01D1D271}"/>
    <dgm:cxn modelId="{C9D94E6F-D792-2A46-AC66-0B68915488EB}" srcId="{EB32AE8A-7E5F-4A1D-9C36-DAC3492492A2}" destId="{CD547AE2-4AC8-44C1-977E-291827494D9C}" srcOrd="2" destOrd="0" parTransId="{73BAC2E3-EEE1-40D2-BB1E-287C6CFDE9C1}" sibTransId="{2FC78FC0-2A86-47E2-BA97-A18D1AE6C292}"/>
    <dgm:cxn modelId="{4041B177-5FF7-4F35-9887-A02B3BB4DB5B}" srcId="{EB32AE8A-7E5F-4A1D-9C36-DAC3492492A2}" destId="{746FF057-C7A6-4DBB-A800-A436EBA2A772}" srcOrd="1" destOrd="0" parTransId="{AFE6064C-28B8-4C33-A954-37FCA4D55255}" sibTransId="{4E90152F-B4F0-4808-8589-F7B5C9B4EA4E}"/>
    <dgm:cxn modelId="{AB50179E-5BD7-1F4A-A09E-DFA083C3E784}" type="presOf" srcId="{EB32AE8A-7E5F-4A1D-9C36-DAC3492492A2}" destId="{58AAEADA-01DC-1B47-AE26-08E7383A17AD}" srcOrd="0" destOrd="0" presId="urn:microsoft.com/office/officeart/2005/8/layout/default"/>
    <dgm:cxn modelId="{EB4429A9-09B7-4939-AEC6-7966DE729E4E}" srcId="{EB32AE8A-7E5F-4A1D-9C36-DAC3492492A2}" destId="{EB62FBA4-4FB4-4B13-94CF-98E0C1BEDE9D}" srcOrd="0" destOrd="0" parTransId="{1F8A9594-CFCF-4C34-A070-F203BFBC19F6}" sibTransId="{08ACE19D-994A-45B1-9B52-1B1BE2E000E6}"/>
    <dgm:cxn modelId="{BA1413AC-B91F-9F46-8E3E-4AEBFF3906FD}" type="presOf" srcId="{EC9BBE8D-5677-4481-900F-C12151E7E576}" destId="{1B6D7600-3A2B-4746-B840-C9D3638EA9EA}" srcOrd="0" destOrd="0" presId="urn:microsoft.com/office/officeart/2005/8/layout/default"/>
    <dgm:cxn modelId="{D1836AAC-7995-440E-9523-64B270B6D0AF}" srcId="{EB32AE8A-7E5F-4A1D-9C36-DAC3492492A2}" destId="{EC9BBE8D-5677-4481-900F-C12151E7E576}" srcOrd="6" destOrd="0" parTransId="{D9534B52-FEF7-46C4-885A-44B3686B69A1}" sibTransId="{284AFD41-8D63-4C0B-B371-9B3E07000302}"/>
    <dgm:cxn modelId="{6B2E31CA-9A2E-44C1-AD68-86ED9FD14248}" srcId="{EB32AE8A-7E5F-4A1D-9C36-DAC3492492A2}" destId="{4DE4981D-6AAC-4B86-A6C0-D05271C8A4B3}" srcOrd="5" destOrd="0" parTransId="{A54D0AF0-B040-478E-AF08-2DFFD02F4255}" sibTransId="{BC93DAB7-3EE9-4362-B0B1-5B6E683FC2D3}"/>
    <dgm:cxn modelId="{176E69D2-AA50-FD4C-B167-CC4A51F23BA9}" type="presOf" srcId="{5726C339-510C-462D-B96E-959EF5515BAD}" destId="{9AC4DBD5-043C-AA44-855B-DFADD241BCB3}" srcOrd="0" destOrd="0" presId="urn:microsoft.com/office/officeart/2005/8/layout/default"/>
    <dgm:cxn modelId="{90FD03FD-7CEB-0841-A544-41089BA5ED00}" type="presOf" srcId="{EB62FBA4-4FB4-4B13-94CF-98E0C1BEDE9D}" destId="{8325B034-2CA9-A840-988E-0EDECE0EC4EC}" srcOrd="0" destOrd="0" presId="urn:microsoft.com/office/officeart/2005/8/layout/default"/>
    <dgm:cxn modelId="{40CECF8F-B78E-2644-B049-AC4BF2524DBE}" type="presParOf" srcId="{58AAEADA-01DC-1B47-AE26-08E7383A17AD}" destId="{8325B034-2CA9-A840-988E-0EDECE0EC4EC}" srcOrd="0" destOrd="0" presId="urn:microsoft.com/office/officeart/2005/8/layout/default"/>
    <dgm:cxn modelId="{69ABE664-65E6-534C-B307-8D1FD1EBF62E}" type="presParOf" srcId="{58AAEADA-01DC-1B47-AE26-08E7383A17AD}" destId="{63717AF1-4AE5-3B41-967B-136BD2642F3A}" srcOrd="1" destOrd="0" presId="urn:microsoft.com/office/officeart/2005/8/layout/default"/>
    <dgm:cxn modelId="{C772574B-0172-1F46-9CA3-3B6B4BC0ED12}" type="presParOf" srcId="{58AAEADA-01DC-1B47-AE26-08E7383A17AD}" destId="{A7171F7B-F602-2E41-B90C-5742AC49655E}" srcOrd="2" destOrd="0" presId="urn:microsoft.com/office/officeart/2005/8/layout/default"/>
    <dgm:cxn modelId="{133CD2D1-DC14-DA44-97BE-CC5B2B96EC53}" type="presParOf" srcId="{58AAEADA-01DC-1B47-AE26-08E7383A17AD}" destId="{0C7686F7-C06A-FC45-842F-2BCC2C31207C}" srcOrd="3" destOrd="0" presId="urn:microsoft.com/office/officeart/2005/8/layout/default"/>
    <dgm:cxn modelId="{2CC7F89B-BC8B-BC4D-B74E-45DD6C009286}" type="presParOf" srcId="{58AAEADA-01DC-1B47-AE26-08E7383A17AD}" destId="{8B068DFA-59A3-4FA1-BE27-B7A792135F3C}" srcOrd="4" destOrd="0" presId="urn:microsoft.com/office/officeart/2005/8/layout/default"/>
    <dgm:cxn modelId="{3765BCBF-972F-E444-BCE1-3ED0AAFFBDA8}" type="presParOf" srcId="{58AAEADA-01DC-1B47-AE26-08E7383A17AD}" destId="{52E51C90-0376-4AD2-B854-18EF5463D576}" srcOrd="5" destOrd="0" presId="urn:microsoft.com/office/officeart/2005/8/layout/default"/>
    <dgm:cxn modelId="{2BCAD3D8-9B0D-FC4A-91B9-636A1D6AC39A}" type="presParOf" srcId="{58AAEADA-01DC-1B47-AE26-08E7383A17AD}" destId="{9AC4DBD5-043C-AA44-855B-DFADD241BCB3}" srcOrd="6" destOrd="0" presId="urn:microsoft.com/office/officeart/2005/8/layout/default"/>
    <dgm:cxn modelId="{4AB4B577-18FC-814D-8500-8F597C49DA7C}" type="presParOf" srcId="{58AAEADA-01DC-1B47-AE26-08E7383A17AD}" destId="{88CFEF8C-6ADF-424D-BB08-F62869A67B4F}" srcOrd="7" destOrd="0" presId="urn:microsoft.com/office/officeart/2005/8/layout/default"/>
    <dgm:cxn modelId="{8F76C643-2103-924A-978E-8E0BF81E2956}" type="presParOf" srcId="{58AAEADA-01DC-1B47-AE26-08E7383A17AD}" destId="{CA92A13E-B676-B846-8842-B276E2A53088}" srcOrd="8" destOrd="0" presId="urn:microsoft.com/office/officeart/2005/8/layout/default"/>
    <dgm:cxn modelId="{7C8ABDF8-7767-AC4F-8F31-FF26EDB4A987}" type="presParOf" srcId="{58AAEADA-01DC-1B47-AE26-08E7383A17AD}" destId="{74A69368-F070-5D4D-8B3F-3E947CDE96E1}" srcOrd="9" destOrd="0" presId="urn:microsoft.com/office/officeart/2005/8/layout/default"/>
    <dgm:cxn modelId="{1D313E1F-15FA-6742-B214-0EC105D30813}" type="presParOf" srcId="{58AAEADA-01DC-1B47-AE26-08E7383A17AD}" destId="{46C1966E-6AD5-BE48-95A1-EC13A7F90EEC}" srcOrd="10" destOrd="0" presId="urn:microsoft.com/office/officeart/2005/8/layout/default"/>
    <dgm:cxn modelId="{1FA507B0-4F7B-5A4A-806D-6CCDFA521367}" type="presParOf" srcId="{58AAEADA-01DC-1B47-AE26-08E7383A17AD}" destId="{62DC95CE-7918-7F45-8AAC-54D4BA930FCF}" srcOrd="11" destOrd="0" presId="urn:microsoft.com/office/officeart/2005/8/layout/default"/>
    <dgm:cxn modelId="{4878DB86-26C9-4D44-BE27-291108641455}" type="presParOf" srcId="{58AAEADA-01DC-1B47-AE26-08E7383A17AD}" destId="{1B6D7600-3A2B-4746-B840-C9D3638EA9EA}" srcOrd="12" destOrd="0" presId="urn:microsoft.com/office/officeart/2005/8/layout/default"/>
    <dgm:cxn modelId="{1C9D1B7F-E995-A045-BFA2-918812859673}" type="presParOf" srcId="{58AAEADA-01DC-1B47-AE26-08E7383A17AD}" destId="{E49EB79B-0130-4E2E-A8D8-5F06F35F75B8}" srcOrd="13" destOrd="0" presId="urn:microsoft.com/office/officeart/2005/8/layout/default"/>
    <dgm:cxn modelId="{4744ABDC-7840-8B48-A300-24E8776BBFE7}" type="presParOf" srcId="{58AAEADA-01DC-1B47-AE26-08E7383A17AD}" destId="{EA44378D-CC0C-45C7-80B4-B7C9E14A316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EC83C0-646B-4D09-BEE7-0A845EEFBA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C8410DD-882B-4CDD-87A9-FA1C50287F5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CH">
              <a:latin typeface="Arial"/>
            </a:rPr>
            <a:t>Intuition </a:t>
          </a:r>
          <a:r>
            <a:rPr lang="de-CH" err="1">
              <a:latin typeface="Arial"/>
            </a:rPr>
            <a:t>based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selection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without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weighted</a:t>
          </a:r>
          <a:r>
            <a:rPr lang="de-CH">
              <a:latin typeface="Arial"/>
            </a:rPr>
            <a:t> score</a:t>
          </a:r>
          <a:endParaRPr lang="de-CH"/>
        </a:p>
      </dgm:t>
    </dgm:pt>
    <dgm:pt modelId="{2F8E1A6C-EDCB-4960-B77F-195FFA05156B}" type="parTrans" cxnId="{C9031E5D-676B-41BD-983E-74E472005BEF}">
      <dgm:prSet/>
      <dgm:spPr/>
      <dgm:t>
        <a:bodyPr/>
        <a:lstStyle/>
        <a:p>
          <a:endParaRPr lang="en-US"/>
        </a:p>
      </dgm:t>
    </dgm:pt>
    <dgm:pt modelId="{E5D54F8A-757A-4800-94EB-8761BCDF44D6}" type="sibTrans" cxnId="{C9031E5D-676B-41BD-983E-74E472005BEF}">
      <dgm:prSet/>
      <dgm:spPr/>
      <dgm:t>
        <a:bodyPr/>
        <a:lstStyle/>
        <a:p>
          <a:endParaRPr lang="en-US"/>
        </a:p>
      </dgm:t>
    </dgm:pt>
    <dgm:pt modelId="{00B1FB44-DD04-4158-97CE-22EA757E557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CH">
              <a:latin typeface="Arial"/>
            </a:rPr>
            <a:t>Disconneted systems (CRM List, Excel, Email)</a:t>
          </a:r>
          <a:endParaRPr lang="de-CH"/>
        </a:p>
      </dgm:t>
    </dgm:pt>
    <dgm:pt modelId="{6E89F724-2875-47E6-BF42-04E98F20E8B4}" type="parTrans" cxnId="{48780A42-BAC7-4E79-A969-FB84C78FC5C6}">
      <dgm:prSet/>
      <dgm:spPr/>
      <dgm:t>
        <a:bodyPr/>
        <a:lstStyle/>
        <a:p>
          <a:endParaRPr lang="en-US"/>
        </a:p>
      </dgm:t>
    </dgm:pt>
    <dgm:pt modelId="{A51E5B01-C781-466E-A130-03200447E223}" type="sibTrans" cxnId="{48780A42-BAC7-4E79-A969-FB84C78FC5C6}">
      <dgm:prSet/>
      <dgm:spPr/>
      <dgm:t>
        <a:bodyPr/>
        <a:lstStyle/>
        <a:p>
          <a:endParaRPr lang="en-US"/>
        </a:p>
      </dgm:t>
    </dgm:pt>
    <dgm:pt modelId="{E5D2008F-41DC-4B97-AE20-A93BD8A57CC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de-CH">
              <a:latin typeface="Arial"/>
            </a:rPr>
            <a:t>Error-prone Excel file lack traceability </a:t>
          </a:r>
          <a:endParaRPr lang="de-CH"/>
        </a:p>
      </dgm:t>
    </dgm:pt>
    <dgm:pt modelId="{36B2D121-038F-44C2-A0DD-C4A5BB77F6D7}" type="parTrans" cxnId="{F4878E4B-08A0-4A74-B39E-69BAE3E97E07}">
      <dgm:prSet/>
      <dgm:spPr/>
      <dgm:t>
        <a:bodyPr/>
        <a:lstStyle/>
        <a:p>
          <a:endParaRPr lang="en-US"/>
        </a:p>
      </dgm:t>
    </dgm:pt>
    <dgm:pt modelId="{71105676-1162-4869-8CB0-7F7705617033}" type="sibTrans" cxnId="{F4878E4B-08A0-4A74-B39E-69BAE3E97E07}">
      <dgm:prSet/>
      <dgm:spPr/>
      <dgm:t>
        <a:bodyPr/>
        <a:lstStyle/>
        <a:p>
          <a:endParaRPr lang="en-US"/>
        </a:p>
      </dgm:t>
    </dgm:pt>
    <dgm:pt modelId="{B9763D20-E654-4CB8-996B-69958F4E8CFA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Risk of </a:t>
          </a:r>
          <a:r>
            <a:rPr lang="de-CH">
              <a:latin typeface="Arial"/>
            </a:rPr>
            <a:t>lost request and missing data</a:t>
          </a:r>
          <a:endParaRPr lang="de-CH" err="1"/>
        </a:p>
      </dgm:t>
    </dgm:pt>
    <dgm:pt modelId="{8145CAF5-3DA7-4B8C-A384-5F8074838BC5}" type="parTrans" cxnId="{66C811FC-4CAB-4203-8D72-16FF92FEEFB2}">
      <dgm:prSet/>
      <dgm:spPr/>
      <dgm:t>
        <a:bodyPr/>
        <a:lstStyle/>
        <a:p>
          <a:endParaRPr lang="en-US"/>
        </a:p>
      </dgm:t>
    </dgm:pt>
    <dgm:pt modelId="{E1C8E850-E02E-40F0-9F35-8702D22DA078}" type="sibTrans" cxnId="{66C811FC-4CAB-4203-8D72-16FF92FEEFB2}">
      <dgm:prSet/>
      <dgm:spPr/>
      <dgm:t>
        <a:bodyPr/>
        <a:lstStyle/>
        <a:p>
          <a:endParaRPr lang="en-US"/>
        </a:p>
      </dgm:t>
    </dgm:pt>
    <dgm:pt modelId="{5195BE0E-6441-415B-AD17-D52FDC63A769}">
      <dgm:prSet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de-CH">
              <a:latin typeface="Arial"/>
            </a:rPr>
            <a:t>Manual </a:t>
          </a:r>
          <a:r>
            <a:rPr lang="de-CH" err="1">
              <a:latin typeface="Arial"/>
            </a:rPr>
            <a:t>notification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cause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coordination</a:t>
          </a:r>
          <a:r>
            <a:rPr lang="de-CH">
              <a:latin typeface="Arial"/>
            </a:rPr>
            <a:t> </a:t>
          </a:r>
          <a:r>
            <a:rPr lang="de-CH" err="1">
              <a:latin typeface="Arial"/>
            </a:rPr>
            <a:t>bottelnecks</a:t>
          </a:r>
          <a:r>
            <a:rPr lang="de-CH">
              <a:latin typeface="Arial"/>
            </a:rPr>
            <a:t> </a:t>
          </a:r>
          <a:endParaRPr lang="de-CH"/>
        </a:p>
      </dgm:t>
    </dgm:pt>
    <dgm:pt modelId="{AA1EB402-2C7E-470C-998A-73FB1E367332}" type="parTrans" cxnId="{0C6A1C62-197E-456A-982C-F0709D26B243}">
      <dgm:prSet/>
      <dgm:spPr/>
      <dgm:t>
        <a:bodyPr/>
        <a:lstStyle/>
        <a:p>
          <a:endParaRPr lang="en-US"/>
        </a:p>
      </dgm:t>
    </dgm:pt>
    <dgm:pt modelId="{6C01C498-FA78-4398-B48D-5F48A7FF2882}" type="sibTrans" cxnId="{0C6A1C62-197E-456A-982C-F0709D26B243}">
      <dgm:prSet/>
      <dgm:spPr/>
      <dgm:t>
        <a:bodyPr/>
        <a:lstStyle/>
        <a:p>
          <a:endParaRPr lang="en-US"/>
        </a:p>
      </dgm:t>
    </dgm:pt>
    <dgm:pt modelId="{E8BED753-E009-40DB-826F-B31A8192E42C}">
      <dgm:prSet/>
      <dgm:spPr/>
      <dgm:t>
        <a:bodyPr/>
        <a:lstStyle/>
        <a:p>
          <a:pPr>
            <a:lnSpc>
              <a:spcPct val="100000"/>
            </a:lnSpc>
          </a:pPr>
          <a:r>
            <a:rPr lang="de-CH">
              <a:latin typeface="Arial"/>
            </a:rPr>
            <a:t>No</a:t>
          </a:r>
          <a:r>
            <a:rPr lang="de-CH"/>
            <a:t> </a:t>
          </a:r>
          <a:r>
            <a:rPr lang="de-CH">
              <a:latin typeface="Arial"/>
            </a:rPr>
            <a:t>real-time tracking or central repository  </a:t>
          </a:r>
          <a:endParaRPr lang="en-US"/>
        </a:p>
      </dgm:t>
    </dgm:pt>
    <dgm:pt modelId="{EF0F6F15-21F3-4DEB-8BDA-87F22C513B88}" type="parTrans" cxnId="{0524E71B-FFDE-4710-956B-FB8690234468}">
      <dgm:prSet/>
      <dgm:spPr/>
      <dgm:t>
        <a:bodyPr/>
        <a:lstStyle/>
        <a:p>
          <a:endParaRPr lang="en-US"/>
        </a:p>
      </dgm:t>
    </dgm:pt>
    <dgm:pt modelId="{2A60D882-D244-4082-8766-AD6B2D5D89F8}" type="sibTrans" cxnId="{0524E71B-FFDE-4710-956B-FB8690234468}">
      <dgm:prSet/>
      <dgm:spPr/>
      <dgm:t>
        <a:bodyPr/>
        <a:lstStyle/>
        <a:p>
          <a:endParaRPr lang="en-US"/>
        </a:p>
      </dgm:t>
    </dgm:pt>
    <dgm:pt modelId="{183206D1-F8E8-4965-A2C5-3EE9CBB89C2D}" type="pres">
      <dgm:prSet presAssocID="{7FEC83C0-646B-4D09-BEE7-0A845EEFBA20}" presName="root" presStyleCnt="0">
        <dgm:presLayoutVars>
          <dgm:dir/>
          <dgm:resizeHandles val="exact"/>
        </dgm:presLayoutVars>
      </dgm:prSet>
      <dgm:spPr/>
    </dgm:pt>
    <dgm:pt modelId="{DB290DC4-6360-4D1C-9BDE-AA447DA83CF6}" type="pres">
      <dgm:prSet presAssocID="{2C8410DD-882B-4CDD-87A9-FA1C50287F55}" presName="compNode" presStyleCnt="0"/>
      <dgm:spPr/>
    </dgm:pt>
    <dgm:pt modelId="{76DA4EDA-35B0-4DF1-9113-E147D47C452E}" type="pres">
      <dgm:prSet presAssocID="{2C8410DD-882B-4CDD-87A9-FA1C50287F55}" presName="bgRect" presStyleLbl="bgShp" presStyleIdx="0" presStyleCnt="6"/>
      <dgm:spPr>
        <a:solidFill>
          <a:schemeClr val="accent2">
            <a:lumMod val="60000"/>
            <a:lumOff val="40000"/>
          </a:schemeClr>
        </a:solidFill>
      </dgm:spPr>
    </dgm:pt>
    <dgm:pt modelId="{7630AB97-DCD6-4E7A-A345-111A4EF0C398}" type="pres">
      <dgm:prSet presAssocID="{2C8410DD-882B-4CDD-87A9-FA1C50287F5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mschlag"/>
        </a:ext>
      </dgm:extLst>
    </dgm:pt>
    <dgm:pt modelId="{FE57CF0D-01BD-49CA-95C6-7C66AE13FAB4}" type="pres">
      <dgm:prSet presAssocID="{2C8410DD-882B-4CDD-87A9-FA1C50287F55}" presName="spaceRect" presStyleCnt="0"/>
      <dgm:spPr/>
    </dgm:pt>
    <dgm:pt modelId="{062357EA-F037-4B68-972C-606479F99938}" type="pres">
      <dgm:prSet presAssocID="{2C8410DD-882B-4CDD-87A9-FA1C50287F55}" presName="parTx" presStyleLbl="revTx" presStyleIdx="0" presStyleCnt="6">
        <dgm:presLayoutVars>
          <dgm:chMax val="0"/>
          <dgm:chPref val="0"/>
        </dgm:presLayoutVars>
      </dgm:prSet>
      <dgm:spPr/>
    </dgm:pt>
    <dgm:pt modelId="{C032AF06-842D-466B-95AF-3642243FED69}" type="pres">
      <dgm:prSet presAssocID="{E5D54F8A-757A-4800-94EB-8761BCDF44D6}" presName="sibTrans" presStyleCnt="0"/>
      <dgm:spPr/>
    </dgm:pt>
    <dgm:pt modelId="{991BFEBB-D40C-4437-AE84-0FC7DB309221}" type="pres">
      <dgm:prSet presAssocID="{00B1FB44-DD04-4158-97CE-22EA757E557E}" presName="compNode" presStyleCnt="0"/>
      <dgm:spPr/>
    </dgm:pt>
    <dgm:pt modelId="{CFD406E4-06F0-4150-AB05-4E77FA7B59E0}" type="pres">
      <dgm:prSet presAssocID="{00B1FB44-DD04-4158-97CE-22EA757E557E}" presName="bgRect" presStyleLbl="bgShp" presStyleIdx="1" presStyleCnt="6"/>
      <dgm:spPr>
        <a:solidFill>
          <a:schemeClr val="accent2">
            <a:lumMod val="60000"/>
            <a:lumOff val="40000"/>
          </a:schemeClr>
        </a:solidFill>
      </dgm:spPr>
    </dgm:pt>
    <dgm:pt modelId="{277AEBED-F07C-4449-A91C-32C7C2943081}" type="pres">
      <dgm:prSet presAssocID="{00B1FB44-DD04-4158-97CE-22EA757E557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CD6F92B6-99CE-412C-8647-102D0811BFC5}" type="pres">
      <dgm:prSet presAssocID="{00B1FB44-DD04-4158-97CE-22EA757E557E}" presName="spaceRect" presStyleCnt="0"/>
      <dgm:spPr/>
    </dgm:pt>
    <dgm:pt modelId="{413A548A-BA3C-4DD7-9A4F-F7FBAEDC1A17}" type="pres">
      <dgm:prSet presAssocID="{00B1FB44-DD04-4158-97CE-22EA757E557E}" presName="parTx" presStyleLbl="revTx" presStyleIdx="1" presStyleCnt="6">
        <dgm:presLayoutVars>
          <dgm:chMax val="0"/>
          <dgm:chPref val="0"/>
        </dgm:presLayoutVars>
      </dgm:prSet>
      <dgm:spPr/>
    </dgm:pt>
    <dgm:pt modelId="{37C5F58C-1EFB-4EBA-A555-FA68E565198E}" type="pres">
      <dgm:prSet presAssocID="{A51E5B01-C781-466E-A130-03200447E223}" presName="sibTrans" presStyleCnt="0"/>
      <dgm:spPr/>
    </dgm:pt>
    <dgm:pt modelId="{82D5F006-61E5-4999-81ED-DCBD0B31648C}" type="pres">
      <dgm:prSet presAssocID="{E5D2008F-41DC-4B97-AE20-A93BD8A57CCA}" presName="compNode" presStyleCnt="0"/>
      <dgm:spPr/>
    </dgm:pt>
    <dgm:pt modelId="{B16F4AAF-24AC-466B-85C2-C25FAB55E585}" type="pres">
      <dgm:prSet presAssocID="{E5D2008F-41DC-4B97-AE20-A93BD8A57CCA}" presName="bgRect" presStyleLbl="bgShp" presStyleIdx="2" presStyleCnt="6"/>
      <dgm:spPr>
        <a:solidFill>
          <a:schemeClr val="accent2">
            <a:lumMod val="60000"/>
            <a:lumOff val="40000"/>
          </a:schemeClr>
        </a:solidFill>
      </dgm:spPr>
    </dgm:pt>
    <dgm:pt modelId="{D5CD2074-4D01-47CC-A303-053FF562E83A}" type="pres">
      <dgm:prSet presAssocID="{E5D2008F-41DC-4B97-AE20-A93BD8A57CC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B017D16-2B4D-4ADC-97E9-C948F3616475}" type="pres">
      <dgm:prSet presAssocID="{E5D2008F-41DC-4B97-AE20-A93BD8A57CCA}" presName="spaceRect" presStyleCnt="0"/>
      <dgm:spPr/>
    </dgm:pt>
    <dgm:pt modelId="{3D6329BD-A812-4C5F-A3D6-BB59AF449893}" type="pres">
      <dgm:prSet presAssocID="{E5D2008F-41DC-4B97-AE20-A93BD8A57CCA}" presName="parTx" presStyleLbl="revTx" presStyleIdx="2" presStyleCnt="6">
        <dgm:presLayoutVars>
          <dgm:chMax val="0"/>
          <dgm:chPref val="0"/>
        </dgm:presLayoutVars>
      </dgm:prSet>
      <dgm:spPr/>
    </dgm:pt>
    <dgm:pt modelId="{E0E20C87-2A45-4FD8-90F5-691ADE6C1F18}" type="pres">
      <dgm:prSet presAssocID="{71105676-1162-4869-8CB0-7F7705617033}" presName="sibTrans" presStyleCnt="0"/>
      <dgm:spPr/>
    </dgm:pt>
    <dgm:pt modelId="{CCE7BF1B-1407-49BF-817B-BF0FAEBB718B}" type="pres">
      <dgm:prSet presAssocID="{B9763D20-E654-4CB8-996B-69958F4E8CFA}" presName="compNode" presStyleCnt="0"/>
      <dgm:spPr/>
    </dgm:pt>
    <dgm:pt modelId="{B34235BA-ABF3-4455-A13D-61A289E676E9}" type="pres">
      <dgm:prSet presAssocID="{B9763D20-E654-4CB8-996B-69958F4E8CFA}" presName="bgRect" presStyleLbl="bgShp" presStyleIdx="3" presStyleCnt="6"/>
      <dgm:spPr>
        <a:solidFill>
          <a:schemeClr val="accent2">
            <a:lumMod val="60000"/>
            <a:lumOff val="40000"/>
          </a:schemeClr>
        </a:solidFill>
      </dgm:spPr>
    </dgm:pt>
    <dgm:pt modelId="{680C970D-2EC9-4C01-9377-73A37BF6BC0D}" type="pres">
      <dgm:prSet presAssocID="{B9763D20-E654-4CB8-996B-69958F4E8CF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BA10AC15-E6CE-4944-8F69-1C0D3AA06181}" type="pres">
      <dgm:prSet presAssocID="{B9763D20-E654-4CB8-996B-69958F4E8CFA}" presName="spaceRect" presStyleCnt="0"/>
      <dgm:spPr/>
    </dgm:pt>
    <dgm:pt modelId="{69F199F5-CBCE-4209-9088-D30025A62EFD}" type="pres">
      <dgm:prSet presAssocID="{B9763D20-E654-4CB8-996B-69958F4E8CFA}" presName="parTx" presStyleLbl="revTx" presStyleIdx="3" presStyleCnt="6">
        <dgm:presLayoutVars>
          <dgm:chMax val="0"/>
          <dgm:chPref val="0"/>
        </dgm:presLayoutVars>
      </dgm:prSet>
      <dgm:spPr/>
    </dgm:pt>
    <dgm:pt modelId="{D1D859F7-C112-4F86-AC27-494BED65C425}" type="pres">
      <dgm:prSet presAssocID="{E1C8E850-E02E-40F0-9F35-8702D22DA078}" presName="sibTrans" presStyleCnt="0"/>
      <dgm:spPr/>
    </dgm:pt>
    <dgm:pt modelId="{FFA22DBE-9D54-4F62-9CD8-897417AF92C2}" type="pres">
      <dgm:prSet presAssocID="{5195BE0E-6441-415B-AD17-D52FDC63A769}" presName="compNode" presStyleCnt="0"/>
      <dgm:spPr/>
    </dgm:pt>
    <dgm:pt modelId="{DE312327-AB2A-40A5-80DA-3A39FBC6147D}" type="pres">
      <dgm:prSet presAssocID="{5195BE0E-6441-415B-AD17-D52FDC63A769}" presName="bgRect" presStyleLbl="bgShp" presStyleIdx="4" presStyleCnt="6"/>
      <dgm:spPr/>
    </dgm:pt>
    <dgm:pt modelId="{19ABF207-0D7E-4E2A-A73C-3DB69F2E2F1F}" type="pres">
      <dgm:prSet presAssocID="{5195BE0E-6441-415B-AD17-D52FDC63A76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chlag"/>
        </a:ext>
      </dgm:extLst>
    </dgm:pt>
    <dgm:pt modelId="{87616F8F-9A1E-4A27-8D8B-E5C8A9616345}" type="pres">
      <dgm:prSet presAssocID="{5195BE0E-6441-415B-AD17-D52FDC63A769}" presName="spaceRect" presStyleCnt="0"/>
      <dgm:spPr/>
    </dgm:pt>
    <dgm:pt modelId="{D067191C-4AAF-4723-BBE1-95DE6C1979E9}" type="pres">
      <dgm:prSet presAssocID="{5195BE0E-6441-415B-AD17-D52FDC63A769}" presName="parTx" presStyleLbl="revTx" presStyleIdx="4" presStyleCnt="6">
        <dgm:presLayoutVars>
          <dgm:chMax val="0"/>
          <dgm:chPref val="0"/>
        </dgm:presLayoutVars>
      </dgm:prSet>
      <dgm:spPr/>
    </dgm:pt>
    <dgm:pt modelId="{2702D864-60D4-407B-8BD8-3F94542303AC}" type="pres">
      <dgm:prSet presAssocID="{6C01C498-FA78-4398-B48D-5F48A7FF2882}" presName="sibTrans" presStyleCnt="0"/>
      <dgm:spPr/>
    </dgm:pt>
    <dgm:pt modelId="{CAFDFC17-89FB-42E3-A3E0-DBF5CD4BA6CE}" type="pres">
      <dgm:prSet presAssocID="{E8BED753-E009-40DB-826F-B31A8192E42C}" presName="compNode" presStyleCnt="0"/>
      <dgm:spPr/>
    </dgm:pt>
    <dgm:pt modelId="{13FA1FFA-1266-43D8-862D-D76749F62A35}" type="pres">
      <dgm:prSet presAssocID="{E8BED753-E009-40DB-826F-B31A8192E42C}" presName="bgRect" presStyleLbl="bgShp" presStyleIdx="5" presStyleCnt="6"/>
      <dgm:spPr>
        <a:solidFill>
          <a:schemeClr val="accent2">
            <a:lumMod val="60000"/>
            <a:lumOff val="40000"/>
          </a:schemeClr>
        </a:solidFill>
      </dgm:spPr>
    </dgm:pt>
    <dgm:pt modelId="{48C50037-1C3E-494F-B77A-D1B11F84F676}" type="pres">
      <dgm:prSet presAssocID="{E8BED753-E009-40DB-826F-B31A8192E42C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2C84BABD-D6CA-4951-823A-44A3482E61D1}" type="pres">
      <dgm:prSet presAssocID="{E8BED753-E009-40DB-826F-B31A8192E42C}" presName="spaceRect" presStyleCnt="0"/>
      <dgm:spPr/>
    </dgm:pt>
    <dgm:pt modelId="{A0DFDA31-B7C5-4DC9-B5CF-39451CC001EB}" type="pres">
      <dgm:prSet presAssocID="{E8BED753-E009-40DB-826F-B31A8192E42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170540D-B343-4FF0-8B80-69A964CBF8C8}" type="presOf" srcId="{B9763D20-E654-4CB8-996B-69958F4E8CFA}" destId="{69F199F5-CBCE-4209-9088-D30025A62EFD}" srcOrd="0" destOrd="0" presId="urn:microsoft.com/office/officeart/2018/2/layout/IconVerticalSolidList"/>
    <dgm:cxn modelId="{2B3A580F-A3EE-4C87-86C6-7A5376269402}" type="presOf" srcId="{00B1FB44-DD04-4158-97CE-22EA757E557E}" destId="{413A548A-BA3C-4DD7-9A4F-F7FBAEDC1A17}" srcOrd="0" destOrd="0" presId="urn:microsoft.com/office/officeart/2018/2/layout/IconVerticalSolidList"/>
    <dgm:cxn modelId="{0524E71B-FFDE-4710-956B-FB8690234468}" srcId="{7FEC83C0-646B-4D09-BEE7-0A845EEFBA20}" destId="{E8BED753-E009-40DB-826F-B31A8192E42C}" srcOrd="5" destOrd="0" parTransId="{EF0F6F15-21F3-4DEB-8BDA-87F22C513B88}" sibTransId="{2A60D882-D244-4082-8766-AD6B2D5D89F8}"/>
    <dgm:cxn modelId="{4EC7322D-9A47-4336-AD5E-EF30FB64E8B6}" type="presOf" srcId="{7FEC83C0-646B-4D09-BEE7-0A845EEFBA20}" destId="{183206D1-F8E8-4965-A2C5-3EE9CBB89C2D}" srcOrd="0" destOrd="0" presId="urn:microsoft.com/office/officeart/2018/2/layout/IconVerticalSolidList"/>
    <dgm:cxn modelId="{C4FC5A35-72C3-4B99-A22C-A8EC89F99A6A}" type="presOf" srcId="{5195BE0E-6441-415B-AD17-D52FDC63A769}" destId="{D067191C-4AAF-4723-BBE1-95DE6C1979E9}" srcOrd="0" destOrd="0" presId="urn:microsoft.com/office/officeart/2018/2/layout/IconVerticalSolidList"/>
    <dgm:cxn modelId="{C9031E5D-676B-41BD-983E-74E472005BEF}" srcId="{7FEC83C0-646B-4D09-BEE7-0A845EEFBA20}" destId="{2C8410DD-882B-4CDD-87A9-FA1C50287F55}" srcOrd="0" destOrd="0" parTransId="{2F8E1A6C-EDCB-4960-B77F-195FFA05156B}" sibTransId="{E5D54F8A-757A-4800-94EB-8761BCDF44D6}"/>
    <dgm:cxn modelId="{48780A42-BAC7-4E79-A969-FB84C78FC5C6}" srcId="{7FEC83C0-646B-4D09-BEE7-0A845EEFBA20}" destId="{00B1FB44-DD04-4158-97CE-22EA757E557E}" srcOrd="1" destOrd="0" parTransId="{6E89F724-2875-47E6-BF42-04E98F20E8B4}" sibTransId="{A51E5B01-C781-466E-A130-03200447E223}"/>
    <dgm:cxn modelId="{0C6A1C62-197E-456A-982C-F0709D26B243}" srcId="{7FEC83C0-646B-4D09-BEE7-0A845EEFBA20}" destId="{5195BE0E-6441-415B-AD17-D52FDC63A769}" srcOrd="4" destOrd="0" parTransId="{AA1EB402-2C7E-470C-998A-73FB1E367332}" sibTransId="{6C01C498-FA78-4398-B48D-5F48A7FF2882}"/>
    <dgm:cxn modelId="{7AC9BA47-F614-4F39-9DF1-636B96BA1A1C}" type="presOf" srcId="{E5D2008F-41DC-4B97-AE20-A93BD8A57CCA}" destId="{3D6329BD-A812-4C5F-A3D6-BB59AF449893}" srcOrd="0" destOrd="0" presId="urn:microsoft.com/office/officeart/2018/2/layout/IconVerticalSolidList"/>
    <dgm:cxn modelId="{823F6D6A-6AEF-4AFD-8ACF-E821BBBB5342}" type="presOf" srcId="{E8BED753-E009-40DB-826F-B31A8192E42C}" destId="{A0DFDA31-B7C5-4DC9-B5CF-39451CC001EB}" srcOrd="0" destOrd="0" presId="urn:microsoft.com/office/officeart/2018/2/layout/IconVerticalSolidList"/>
    <dgm:cxn modelId="{F4878E4B-08A0-4A74-B39E-69BAE3E97E07}" srcId="{7FEC83C0-646B-4D09-BEE7-0A845EEFBA20}" destId="{E5D2008F-41DC-4B97-AE20-A93BD8A57CCA}" srcOrd="2" destOrd="0" parTransId="{36B2D121-038F-44C2-A0DD-C4A5BB77F6D7}" sibTransId="{71105676-1162-4869-8CB0-7F7705617033}"/>
    <dgm:cxn modelId="{2374AECC-C033-4AFA-832F-DB66DE94E2F5}" type="presOf" srcId="{2C8410DD-882B-4CDD-87A9-FA1C50287F55}" destId="{062357EA-F037-4B68-972C-606479F99938}" srcOrd="0" destOrd="0" presId="urn:microsoft.com/office/officeart/2018/2/layout/IconVerticalSolidList"/>
    <dgm:cxn modelId="{66C811FC-4CAB-4203-8D72-16FF92FEEFB2}" srcId="{7FEC83C0-646B-4D09-BEE7-0A845EEFBA20}" destId="{B9763D20-E654-4CB8-996B-69958F4E8CFA}" srcOrd="3" destOrd="0" parTransId="{8145CAF5-3DA7-4B8C-A384-5F8074838BC5}" sibTransId="{E1C8E850-E02E-40F0-9F35-8702D22DA078}"/>
    <dgm:cxn modelId="{B38C3387-D5CA-4DE3-936D-8037EEB15194}" type="presParOf" srcId="{183206D1-F8E8-4965-A2C5-3EE9CBB89C2D}" destId="{DB290DC4-6360-4D1C-9BDE-AA447DA83CF6}" srcOrd="0" destOrd="0" presId="urn:microsoft.com/office/officeart/2018/2/layout/IconVerticalSolidList"/>
    <dgm:cxn modelId="{DD10B15D-8593-4BC7-99DC-8647F15972A8}" type="presParOf" srcId="{DB290DC4-6360-4D1C-9BDE-AA447DA83CF6}" destId="{76DA4EDA-35B0-4DF1-9113-E147D47C452E}" srcOrd="0" destOrd="0" presId="urn:microsoft.com/office/officeart/2018/2/layout/IconVerticalSolidList"/>
    <dgm:cxn modelId="{1A1F3E97-3AA5-4A8F-987C-00091B8A9ECB}" type="presParOf" srcId="{DB290DC4-6360-4D1C-9BDE-AA447DA83CF6}" destId="{7630AB97-DCD6-4E7A-A345-111A4EF0C398}" srcOrd="1" destOrd="0" presId="urn:microsoft.com/office/officeart/2018/2/layout/IconVerticalSolidList"/>
    <dgm:cxn modelId="{0C7AF9A0-F12C-4492-9283-9C693CF8F3D9}" type="presParOf" srcId="{DB290DC4-6360-4D1C-9BDE-AA447DA83CF6}" destId="{FE57CF0D-01BD-49CA-95C6-7C66AE13FAB4}" srcOrd="2" destOrd="0" presId="urn:microsoft.com/office/officeart/2018/2/layout/IconVerticalSolidList"/>
    <dgm:cxn modelId="{FB1100B4-5E71-4FC0-90EC-23A531385B76}" type="presParOf" srcId="{DB290DC4-6360-4D1C-9BDE-AA447DA83CF6}" destId="{062357EA-F037-4B68-972C-606479F99938}" srcOrd="3" destOrd="0" presId="urn:microsoft.com/office/officeart/2018/2/layout/IconVerticalSolidList"/>
    <dgm:cxn modelId="{03697379-C0E4-437F-82C7-EBD668F02DB3}" type="presParOf" srcId="{183206D1-F8E8-4965-A2C5-3EE9CBB89C2D}" destId="{C032AF06-842D-466B-95AF-3642243FED69}" srcOrd="1" destOrd="0" presId="urn:microsoft.com/office/officeart/2018/2/layout/IconVerticalSolidList"/>
    <dgm:cxn modelId="{95B2AB95-5E13-41FF-9770-DCBA5CF8C732}" type="presParOf" srcId="{183206D1-F8E8-4965-A2C5-3EE9CBB89C2D}" destId="{991BFEBB-D40C-4437-AE84-0FC7DB309221}" srcOrd="2" destOrd="0" presId="urn:microsoft.com/office/officeart/2018/2/layout/IconVerticalSolidList"/>
    <dgm:cxn modelId="{EF9B32E9-0E23-4FB0-8B44-319A253DC785}" type="presParOf" srcId="{991BFEBB-D40C-4437-AE84-0FC7DB309221}" destId="{CFD406E4-06F0-4150-AB05-4E77FA7B59E0}" srcOrd="0" destOrd="0" presId="urn:microsoft.com/office/officeart/2018/2/layout/IconVerticalSolidList"/>
    <dgm:cxn modelId="{5EE666C2-626C-4989-98C3-3ED04E27BF8F}" type="presParOf" srcId="{991BFEBB-D40C-4437-AE84-0FC7DB309221}" destId="{277AEBED-F07C-4449-A91C-32C7C2943081}" srcOrd="1" destOrd="0" presId="urn:microsoft.com/office/officeart/2018/2/layout/IconVerticalSolidList"/>
    <dgm:cxn modelId="{DB8DD547-1D1A-4E66-80D7-F2218A04A4AF}" type="presParOf" srcId="{991BFEBB-D40C-4437-AE84-0FC7DB309221}" destId="{CD6F92B6-99CE-412C-8647-102D0811BFC5}" srcOrd="2" destOrd="0" presId="urn:microsoft.com/office/officeart/2018/2/layout/IconVerticalSolidList"/>
    <dgm:cxn modelId="{3BC9C058-82C5-470E-9FB8-5F346C7A3166}" type="presParOf" srcId="{991BFEBB-D40C-4437-AE84-0FC7DB309221}" destId="{413A548A-BA3C-4DD7-9A4F-F7FBAEDC1A17}" srcOrd="3" destOrd="0" presId="urn:microsoft.com/office/officeart/2018/2/layout/IconVerticalSolidList"/>
    <dgm:cxn modelId="{878C4DDE-201C-4656-9F9E-D446DB2F9ACD}" type="presParOf" srcId="{183206D1-F8E8-4965-A2C5-3EE9CBB89C2D}" destId="{37C5F58C-1EFB-4EBA-A555-FA68E565198E}" srcOrd="3" destOrd="0" presId="urn:microsoft.com/office/officeart/2018/2/layout/IconVerticalSolidList"/>
    <dgm:cxn modelId="{5F8AAAA2-D421-453C-8959-8FCECA06FFED}" type="presParOf" srcId="{183206D1-F8E8-4965-A2C5-3EE9CBB89C2D}" destId="{82D5F006-61E5-4999-81ED-DCBD0B31648C}" srcOrd="4" destOrd="0" presId="urn:microsoft.com/office/officeart/2018/2/layout/IconVerticalSolidList"/>
    <dgm:cxn modelId="{83B9725E-1171-40A0-BFCA-52F82F1A1F9A}" type="presParOf" srcId="{82D5F006-61E5-4999-81ED-DCBD0B31648C}" destId="{B16F4AAF-24AC-466B-85C2-C25FAB55E585}" srcOrd="0" destOrd="0" presId="urn:microsoft.com/office/officeart/2018/2/layout/IconVerticalSolidList"/>
    <dgm:cxn modelId="{191D1AD7-6581-4C03-BD49-91137CD27A66}" type="presParOf" srcId="{82D5F006-61E5-4999-81ED-DCBD0B31648C}" destId="{D5CD2074-4D01-47CC-A303-053FF562E83A}" srcOrd="1" destOrd="0" presId="urn:microsoft.com/office/officeart/2018/2/layout/IconVerticalSolidList"/>
    <dgm:cxn modelId="{90EB2FD4-7EBE-456A-A15F-A73D80302389}" type="presParOf" srcId="{82D5F006-61E5-4999-81ED-DCBD0B31648C}" destId="{EB017D16-2B4D-4ADC-97E9-C948F3616475}" srcOrd="2" destOrd="0" presId="urn:microsoft.com/office/officeart/2018/2/layout/IconVerticalSolidList"/>
    <dgm:cxn modelId="{5BAF1FDE-2405-4A43-9C28-B2B174E7C392}" type="presParOf" srcId="{82D5F006-61E5-4999-81ED-DCBD0B31648C}" destId="{3D6329BD-A812-4C5F-A3D6-BB59AF449893}" srcOrd="3" destOrd="0" presId="urn:microsoft.com/office/officeart/2018/2/layout/IconVerticalSolidList"/>
    <dgm:cxn modelId="{FEC575B6-2D14-41A6-8FF6-F014F6DE47DC}" type="presParOf" srcId="{183206D1-F8E8-4965-A2C5-3EE9CBB89C2D}" destId="{E0E20C87-2A45-4FD8-90F5-691ADE6C1F18}" srcOrd="5" destOrd="0" presId="urn:microsoft.com/office/officeart/2018/2/layout/IconVerticalSolidList"/>
    <dgm:cxn modelId="{08647380-11CA-4E81-9C53-2A1816855CB2}" type="presParOf" srcId="{183206D1-F8E8-4965-A2C5-3EE9CBB89C2D}" destId="{CCE7BF1B-1407-49BF-817B-BF0FAEBB718B}" srcOrd="6" destOrd="0" presId="urn:microsoft.com/office/officeart/2018/2/layout/IconVerticalSolidList"/>
    <dgm:cxn modelId="{89DB3B0F-E4A5-460D-820E-5B4A587B89AD}" type="presParOf" srcId="{CCE7BF1B-1407-49BF-817B-BF0FAEBB718B}" destId="{B34235BA-ABF3-4455-A13D-61A289E676E9}" srcOrd="0" destOrd="0" presId="urn:microsoft.com/office/officeart/2018/2/layout/IconVerticalSolidList"/>
    <dgm:cxn modelId="{0A1833F0-4F8C-4D6D-84C5-C161ADB0FCD4}" type="presParOf" srcId="{CCE7BF1B-1407-49BF-817B-BF0FAEBB718B}" destId="{680C970D-2EC9-4C01-9377-73A37BF6BC0D}" srcOrd="1" destOrd="0" presId="urn:microsoft.com/office/officeart/2018/2/layout/IconVerticalSolidList"/>
    <dgm:cxn modelId="{15C46C06-C7B1-45A7-B6F2-B87B38F94A32}" type="presParOf" srcId="{CCE7BF1B-1407-49BF-817B-BF0FAEBB718B}" destId="{BA10AC15-E6CE-4944-8F69-1C0D3AA06181}" srcOrd="2" destOrd="0" presId="urn:microsoft.com/office/officeart/2018/2/layout/IconVerticalSolidList"/>
    <dgm:cxn modelId="{6FE70DA8-339A-4FF4-90A5-A41C286C5848}" type="presParOf" srcId="{CCE7BF1B-1407-49BF-817B-BF0FAEBB718B}" destId="{69F199F5-CBCE-4209-9088-D30025A62EFD}" srcOrd="3" destOrd="0" presId="urn:microsoft.com/office/officeart/2018/2/layout/IconVerticalSolidList"/>
    <dgm:cxn modelId="{CA7E4DDC-6DCE-4794-9434-238A48F40436}" type="presParOf" srcId="{183206D1-F8E8-4965-A2C5-3EE9CBB89C2D}" destId="{D1D859F7-C112-4F86-AC27-494BED65C425}" srcOrd="7" destOrd="0" presId="urn:microsoft.com/office/officeart/2018/2/layout/IconVerticalSolidList"/>
    <dgm:cxn modelId="{9F32786A-7F98-4826-BC81-27B67D678591}" type="presParOf" srcId="{183206D1-F8E8-4965-A2C5-3EE9CBB89C2D}" destId="{FFA22DBE-9D54-4F62-9CD8-897417AF92C2}" srcOrd="8" destOrd="0" presId="urn:microsoft.com/office/officeart/2018/2/layout/IconVerticalSolidList"/>
    <dgm:cxn modelId="{C58035B3-8B03-4BD8-9D40-B03F4DCA7795}" type="presParOf" srcId="{FFA22DBE-9D54-4F62-9CD8-897417AF92C2}" destId="{DE312327-AB2A-40A5-80DA-3A39FBC6147D}" srcOrd="0" destOrd="0" presId="urn:microsoft.com/office/officeart/2018/2/layout/IconVerticalSolidList"/>
    <dgm:cxn modelId="{37C9A00E-E394-4DC6-B5AC-7F1AB2963631}" type="presParOf" srcId="{FFA22DBE-9D54-4F62-9CD8-897417AF92C2}" destId="{19ABF207-0D7E-4E2A-A73C-3DB69F2E2F1F}" srcOrd="1" destOrd="0" presId="urn:microsoft.com/office/officeart/2018/2/layout/IconVerticalSolidList"/>
    <dgm:cxn modelId="{541CA612-ADB6-45F6-B2C5-035FC198BE91}" type="presParOf" srcId="{FFA22DBE-9D54-4F62-9CD8-897417AF92C2}" destId="{87616F8F-9A1E-4A27-8D8B-E5C8A9616345}" srcOrd="2" destOrd="0" presId="urn:microsoft.com/office/officeart/2018/2/layout/IconVerticalSolidList"/>
    <dgm:cxn modelId="{D9890EA4-E158-4FDF-A6EC-CD2C297291D6}" type="presParOf" srcId="{FFA22DBE-9D54-4F62-9CD8-897417AF92C2}" destId="{D067191C-4AAF-4723-BBE1-95DE6C1979E9}" srcOrd="3" destOrd="0" presId="urn:microsoft.com/office/officeart/2018/2/layout/IconVerticalSolidList"/>
    <dgm:cxn modelId="{54A893A2-8980-472A-929B-2F33F9018C38}" type="presParOf" srcId="{183206D1-F8E8-4965-A2C5-3EE9CBB89C2D}" destId="{2702D864-60D4-407B-8BD8-3F94542303AC}" srcOrd="9" destOrd="0" presId="urn:microsoft.com/office/officeart/2018/2/layout/IconVerticalSolidList"/>
    <dgm:cxn modelId="{7721E5D9-9B1F-459F-9815-36A7B8D889B7}" type="presParOf" srcId="{183206D1-F8E8-4965-A2C5-3EE9CBB89C2D}" destId="{CAFDFC17-89FB-42E3-A3E0-DBF5CD4BA6CE}" srcOrd="10" destOrd="0" presId="urn:microsoft.com/office/officeart/2018/2/layout/IconVerticalSolidList"/>
    <dgm:cxn modelId="{B263EA6C-3703-4169-BFFC-0619EA57719F}" type="presParOf" srcId="{CAFDFC17-89FB-42E3-A3E0-DBF5CD4BA6CE}" destId="{13FA1FFA-1266-43D8-862D-D76749F62A35}" srcOrd="0" destOrd="0" presId="urn:microsoft.com/office/officeart/2018/2/layout/IconVerticalSolidList"/>
    <dgm:cxn modelId="{E9279226-A276-4C1C-A522-D0C39CF93264}" type="presParOf" srcId="{CAFDFC17-89FB-42E3-A3E0-DBF5CD4BA6CE}" destId="{48C50037-1C3E-494F-B77A-D1B11F84F676}" srcOrd="1" destOrd="0" presId="urn:microsoft.com/office/officeart/2018/2/layout/IconVerticalSolidList"/>
    <dgm:cxn modelId="{73B9A65F-5C7A-4431-B9BF-A1BB685398CD}" type="presParOf" srcId="{CAFDFC17-89FB-42E3-A3E0-DBF5CD4BA6CE}" destId="{2C84BABD-D6CA-4951-823A-44A3482E61D1}" srcOrd="2" destOrd="0" presId="urn:microsoft.com/office/officeart/2018/2/layout/IconVerticalSolidList"/>
    <dgm:cxn modelId="{0423565B-7E2E-43BE-AADB-62437658ACB8}" type="presParOf" srcId="{CAFDFC17-89FB-42E3-A3E0-DBF5CD4BA6CE}" destId="{A0DFDA31-B7C5-4DC9-B5CF-39451CC001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1EDB05-AFA3-42DE-996B-7028E4DA66CF}" type="doc">
      <dgm:prSet loTypeId="urn:microsoft.com/office/officeart/2005/8/layout/chevron1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B54376E-5105-4DEF-BFB9-42CE801756E4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 b="1"/>
            <a:t>Google Form</a:t>
          </a:r>
          <a:endParaRPr lang="en-US"/>
        </a:p>
      </dgm:t>
    </dgm:pt>
    <dgm:pt modelId="{2002B71E-F23F-4D0D-A34A-6BCCF19E2D9D}" type="parTrans" cxnId="{F4923343-26B7-41A5-A0A6-F21EAFF65716}">
      <dgm:prSet/>
      <dgm:spPr/>
      <dgm:t>
        <a:bodyPr/>
        <a:lstStyle/>
        <a:p>
          <a:endParaRPr lang="en-US"/>
        </a:p>
      </dgm:t>
    </dgm:pt>
    <dgm:pt modelId="{14C008BA-E450-4909-B25C-6A0DA4211EE9}" type="sibTrans" cxnId="{F4923343-26B7-41A5-A0A6-F21EAFF65716}">
      <dgm:prSet/>
      <dgm:spPr/>
      <dgm:t>
        <a:bodyPr/>
        <a:lstStyle/>
        <a:p>
          <a:endParaRPr lang="en-US"/>
        </a:p>
      </dgm:t>
    </dgm:pt>
    <dgm:pt modelId="{6E88AC3E-CF59-4778-B70B-CD7530EA0CCD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 b="1" err="1"/>
            <a:t>Camunda</a:t>
          </a:r>
          <a:endParaRPr lang="en-US"/>
        </a:p>
      </dgm:t>
    </dgm:pt>
    <dgm:pt modelId="{61A3545C-1FD7-40FF-A661-6D4DC46482CE}" type="parTrans" cxnId="{CCC77518-AEED-41E9-BD1B-6088B47F06C2}">
      <dgm:prSet/>
      <dgm:spPr/>
      <dgm:t>
        <a:bodyPr/>
        <a:lstStyle/>
        <a:p>
          <a:endParaRPr lang="en-US"/>
        </a:p>
      </dgm:t>
    </dgm:pt>
    <dgm:pt modelId="{46D2A696-76BA-4B48-965A-AC976A7314E9}" type="sibTrans" cxnId="{CCC77518-AEED-41E9-BD1B-6088B47F06C2}">
      <dgm:prSet/>
      <dgm:spPr/>
      <dgm:t>
        <a:bodyPr/>
        <a:lstStyle/>
        <a:p>
          <a:endParaRPr lang="en-US"/>
        </a:p>
      </dgm:t>
    </dgm:pt>
    <dgm:pt modelId="{6DDAC1BD-1951-409B-8160-650FEF8E9945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 b="1"/>
            <a:t>Supplier RFQ</a:t>
          </a:r>
          <a:endParaRPr lang="en-US"/>
        </a:p>
      </dgm:t>
    </dgm:pt>
    <dgm:pt modelId="{235B15E1-2A0C-413B-8041-E4C562DF0912}" type="parTrans" cxnId="{F1CAC0AB-4205-42DF-83DF-7C65652C4D2D}">
      <dgm:prSet/>
      <dgm:spPr/>
      <dgm:t>
        <a:bodyPr/>
        <a:lstStyle/>
        <a:p>
          <a:endParaRPr lang="en-US"/>
        </a:p>
      </dgm:t>
    </dgm:pt>
    <dgm:pt modelId="{545311D9-6474-4AB2-9949-0E07B6AA57C9}" type="sibTrans" cxnId="{F1CAC0AB-4205-42DF-83DF-7C65652C4D2D}">
      <dgm:prSet/>
      <dgm:spPr/>
      <dgm:t>
        <a:bodyPr/>
        <a:lstStyle/>
        <a:p>
          <a:endParaRPr lang="en-US"/>
        </a:p>
      </dgm:t>
    </dgm:pt>
    <dgm:pt modelId="{E17DE14A-918E-4E1D-BE29-B601CDBCA9FC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 b="1"/>
            <a:t>DMN Evaluation</a:t>
          </a:r>
          <a:endParaRPr lang="en-US"/>
        </a:p>
      </dgm:t>
    </dgm:pt>
    <dgm:pt modelId="{9E85ECB4-697D-462C-B4F5-A5628EDB0DD9}" type="parTrans" cxnId="{DDCD301A-CF61-4D3C-A1B2-84FBFF7DB004}">
      <dgm:prSet/>
      <dgm:spPr/>
      <dgm:t>
        <a:bodyPr/>
        <a:lstStyle/>
        <a:p>
          <a:endParaRPr lang="en-US"/>
        </a:p>
      </dgm:t>
    </dgm:pt>
    <dgm:pt modelId="{B9D92CBA-A5B4-4928-AC00-A7DB1EAB6BF6}" type="sibTrans" cxnId="{DDCD301A-CF61-4D3C-A1B2-84FBFF7DB004}">
      <dgm:prSet/>
      <dgm:spPr/>
      <dgm:t>
        <a:bodyPr/>
        <a:lstStyle/>
        <a:p>
          <a:endParaRPr lang="en-US"/>
        </a:p>
      </dgm:t>
    </dgm:pt>
    <dgm:pt modelId="{C2950676-E9D6-4106-A258-1A32C91F82E1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CH" b="1" err="1"/>
            <a:t>Make.com</a:t>
          </a:r>
          <a:endParaRPr lang="en-US"/>
        </a:p>
      </dgm:t>
    </dgm:pt>
    <dgm:pt modelId="{9850CD90-70EF-4868-B7A3-7E9757608B36}" type="parTrans" cxnId="{FC7B35DD-DA4B-4527-AC7A-BA74E810C1F3}">
      <dgm:prSet/>
      <dgm:spPr/>
      <dgm:t>
        <a:bodyPr/>
        <a:lstStyle/>
        <a:p>
          <a:endParaRPr lang="de-CH"/>
        </a:p>
      </dgm:t>
    </dgm:pt>
    <dgm:pt modelId="{BFC3D2ED-445D-410A-A438-34CDADB0E221}" type="sibTrans" cxnId="{FC7B35DD-DA4B-4527-AC7A-BA74E810C1F3}">
      <dgm:prSet/>
      <dgm:spPr/>
      <dgm:t>
        <a:bodyPr/>
        <a:lstStyle/>
        <a:p>
          <a:endParaRPr lang="de-CH"/>
        </a:p>
      </dgm:t>
    </dgm:pt>
    <dgm:pt modelId="{964E66C1-02F5-4009-B054-DEA3A5D4BDB5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/>
            <a:t>Contract draft</a:t>
          </a:r>
        </a:p>
      </dgm:t>
    </dgm:pt>
    <dgm:pt modelId="{13BB7C0E-FBDA-483F-BF58-7FD63622F9B5}" type="sibTrans" cxnId="{428B796A-0C63-4E6F-BCC1-C215F7E26F35}">
      <dgm:prSet/>
      <dgm:spPr/>
      <dgm:t>
        <a:bodyPr/>
        <a:lstStyle/>
        <a:p>
          <a:endParaRPr lang="de-CH"/>
        </a:p>
      </dgm:t>
    </dgm:pt>
    <dgm:pt modelId="{AB662FF2-B34F-4778-A43C-B5AFA0206977}" type="parTrans" cxnId="{428B796A-0C63-4E6F-BCC1-C215F7E26F35}">
      <dgm:prSet/>
      <dgm:spPr/>
      <dgm:t>
        <a:bodyPr/>
        <a:lstStyle/>
        <a:p>
          <a:endParaRPr lang="de-CH"/>
        </a:p>
      </dgm:t>
    </dgm:pt>
    <dgm:pt modelId="{1B895563-522E-CD4B-B90B-D388FBA8B456}" type="pres">
      <dgm:prSet presAssocID="{BF1EDB05-AFA3-42DE-996B-7028E4DA66CF}" presName="Name0" presStyleCnt="0">
        <dgm:presLayoutVars>
          <dgm:dir/>
          <dgm:animLvl val="lvl"/>
          <dgm:resizeHandles val="exact"/>
        </dgm:presLayoutVars>
      </dgm:prSet>
      <dgm:spPr/>
    </dgm:pt>
    <dgm:pt modelId="{5FB0E64B-9992-D64A-8E9A-DEC228EB54CA}" type="pres">
      <dgm:prSet presAssocID="{1B54376E-5105-4DEF-BFB9-42CE801756E4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6D11C46-317F-D24D-A7F1-E0F016E9D414}" type="pres">
      <dgm:prSet presAssocID="{14C008BA-E450-4909-B25C-6A0DA4211EE9}" presName="parTxOnlySpace" presStyleCnt="0"/>
      <dgm:spPr/>
    </dgm:pt>
    <dgm:pt modelId="{0C978D70-8A3C-ED42-8B18-097865B145BB}" type="pres">
      <dgm:prSet presAssocID="{C2950676-E9D6-4106-A258-1A32C91F82E1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3121990A-A9C9-3B44-AE2E-C2C1335D0D3A}" type="pres">
      <dgm:prSet presAssocID="{BFC3D2ED-445D-410A-A438-34CDADB0E221}" presName="parTxOnlySpace" presStyleCnt="0"/>
      <dgm:spPr/>
    </dgm:pt>
    <dgm:pt modelId="{2BAD1AFC-D4E2-AC4F-B9FB-4BB6AE57B4A2}" type="pres">
      <dgm:prSet presAssocID="{6E88AC3E-CF59-4778-B70B-CD7530EA0CC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28B2057-DE6D-C340-8556-B20F2AD96D5E}" type="pres">
      <dgm:prSet presAssocID="{46D2A696-76BA-4B48-965A-AC976A7314E9}" presName="parTxOnlySpace" presStyleCnt="0"/>
      <dgm:spPr/>
    </dgm:pt>
    <dgm:pt modelId="{30F834FF-B6FA-C143-8385-0312CC3D0363}" type="pres">
      <dgm:prSet presAssocID="{6DDAC1BD-1951-409B-8160-650FEF8E994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52AA5EF2-46A4-2A42-BD2D-9C983688C7E4}" type="pres">
      <dgm:prSet presAssocID="{545311D9-6474-4AB2-9949-0E07B6AA57C9}" presName="parTxOnlySpace" presStyleCnt="0"/>
      <dgm:spPr/>
    </dgm:pt>
    <dgm:pt modelId="{F4049E25-FBFC-B243-8F54-5DD1906531BB}" type="pres">
      <dgm:prSet presAssocID="{E17DE14A-918E-4E1D-BE29-B601CDBCA9FC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A51FEB2-315C-CF4C-BF66-5566C966E84E}" type="pres">
      <dgm:prSet presAssocID="{B9D92CBA-A5B4-4928-AC00-A7DB1EAB6BF6}" presName="parTxOnlySpace" presStyleCnt="0"/>
      <dgm:spPr/>
    </dgm:pt>
    <dgm:pt modelId="{5C37ADFA-6E3D-C743-8A8B-3F60AD5F8128}" type="pres">
      <dgm:prSet presAssocID="{964E66C1-02F5-4009-B054-DEA3A5D4BDB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CCC77518-AEED-41E9-BD1B-6088B47F06C2}" srcId="{BF1EDB05-AFA3-42DE-996B-7028E4DA66CF}" destId="{6E88AC3E-CF59-4778-B70B-CD7530EA0CCD}" srcOrd="2" destOrd="0" parTransId="{61A3545C-1FD7-40FF-A661-6D4DC46482CE}" sibTransId="{46D2A696-76BA-4B48-965A-AC976A7314E9}"/>
    <dgm:cxn modelId="{DDCD301A-CF61-4D3C-A1B2-84FBFF7DB004}" srcId="{BF1EDB05-AFA3-42DE-996B-7028E4DA66CF}" destId="{E17DE14A-918E-4E1D-BE29-B601CDBCA9FC}" srcOrd="4" destOrd="0" parTransId="{9E85ECB4-697D-462C-B4F5-A5628EDB0DD9}" sibTransId="{B9D92CBA-A5B4-4928-AC00-A7DB1EAB6BF6}"/>
    <dgm:cxn modelId="{0980885B-D42F-BC4E-8ACC-8DA5D52256AB}" type="presOf" srcId="{1B54376E-5105-4DEF-BFB9-42CE801756E4}" destId="{5FB0E64B-9992-D64A-8E9A-DEC228EB54CA}" srcOrd="0" destOrd="0" presId="urn:microsoft.com/office/officeart/2005/8/layout/chevron1"/>
    <dgm:cxn modelId="{53CBCB61-6A84-354F-9ED2-1EF8357F6092}" type="presOf" srcId="{BF1EDB05-AFA3-42DE-996B-7028E4DA66CF}" destId="{1B895563-522E-CD4B-B90B-D388FBA8B456}" srcOrd="0" destOrd="0" presId="urn:microsoft.com/office/officeart/2005/8/layout/chevron1"/>
    <dgm:cxn modelId="{F4923343-26B7-41A5-A0A6-F21EAFF65716}" srcId="{BF1EDB05-AFA3-42DE-996B-7028E4DA66CF}" destId="{1B54376E-5105-4DEF-BFB9-42CE801756E4}" srcOrd="0" destOrd="0" parTransId="{2002B71E-F23F-4D0D-A34A-6BCCF19E2D9D}" sibTransId="{14C008BA-E450-4909-B25C-6A0DA4211EE9}"/>
    <dgm:cxn modelId="{428B796A-0C63-4E6F-BCC1-C215F7E26F35}" srcId="{BF1EDB05-AFA3-42DE-996B-7028E4DA66CF}" destId="{964E66C1-02F5-4009-B054-DEA3A5D4BDB5}" srcOrd="5" destOrd="0" parTransId="{AB662FF2-B34F-4778-A43C-B5AFA0206977}" sibTransId="{13BB7C0E-FBDA-483F-BF58-7FD63622F9B5}"/>
    <dgm:cxn modelId="{85A48751-3327-C843-82FB-28C57E88943C}" type="presOf" srcId="{6DDAC1BD-1951-409B-8160-650FEF8E9945}" destId="{30F834FF-B6FA-C143-8385-0312CC3D0363}" srcOrd="0" destOrd="0" presId="urn:microsoft.com/office/officeart/2005/8/layout/chevron1"/>
    <dgm:cxn modelId="{24954D58-0687-ED4B-B5F0-6E8D90E8F05F}" type="presOf" srcId="{964E66C1-02F5-4009-B054-DEA3A5D4BDB5}" destId="{5C37ADFA-6E3D-C743-8A8B-3F60AD5F8128}" srcOrd="0" destOrd="0" presId="urn:microsoft.com/office/officeart/2005/8/layout/chevron1"/>
    <dgm:cxn modelId="{BC9A6A84-8250-8C4D-A0CA-D88D8D48D204}" type="presOf" srcId="{6E88AC3E-CF59-4778-B70B-CD7530EA0CCD}" destId="{2BAD1AFC-D4E2-AC4F-B9FB-4BB6AE57B4A2}" srcOrd="0" destOrd="0" presId="urn:microsoft.com/office/officeart/2005/8/layout/chevron1"/>
    <dgm:cxn modelId="{F1CAC0AB-4205-42DF-83DF-7C65652C4D2D}" srcId="{BF1EDB05-AFA3-42DE-996B-7028E4DA66CF}" destId="{6DDAC1BD-1951-409B-8160-650FEF8E9945}" srcOrd="3" destOrd="0" parTransId="{235B15E1-2A0C-413B-8041-E4C562DF0912}" sibTransId="{545311D9-6474-4AB2-9949-0E07B6AA57C9}"/>
    <dgm:cxn modelId="{FC7B35DD-DA4B-4527-AC7A-BA74E810C1F3}" srcId="{BF1EDB05-AFA3-42DE-996B-7028E4DA66CF}" destId="{C2950676-E9D6-4106-A258-1A32C91F82E1}" srcOrd="1" destOrd="0" parTransId="{9850CD90-70EF-4868-B7A3-7E9757608B36}" sibTransId="{BFC3D2ED-445D-410A-A438-34CDADB0E221}"/>
    <dgm:cxn modelId="{CBA49DEB-56EB-084A-9DA4-6C5E9F61CD45}" type="presOf" srcId="{E17DE14A-918E-4E1D-BE29-B601CDBCA9FC}" destId="{F4049E25-FBFC-B243-8F54-5DD1906531BB}" srcOrd="0" destOrd="0" presId="urn:microsoft.com/office/officeart/2005/8/layout/chevron1"/>
    <dgm:cxn modelId="{7EEAB8FF-7549-EE49-89A4-CCB6670AA118}" type="presOf" srcId="{C2950676-E9D6-4106-A258-1A32C91F82E1}" destId="{0C978D70-8A3C-ED42-8B18-097865B145BB}" srcOrd="0" destOrd="0" presId="urn:microsoft.com/office/officeart/2005/8/layout/chevron1"/>
    <dgm:cxn modelId="{EFD076B6-1EF8-4C4A-BE84-BDD9E5624E30}" type="presParOf" srcId="{1B895563-522E-CD4B-B90B-D388FBA8B456}" destId="{5FB0E64B-9992-D64A-8E9A-DEC228EB54CA}" srcOrd="0" destOrd="0" presId="urn:microsoft.com/office/officeart/2005/8/layout/chevron1"/>
    <dgm:cxn modelId="{30076925-0FC7-CB48-A874-2BB438E55837}" type="presParOf" srcId="{1B895563-522E-CD4B-B90B-D388FBA8B456}" destId="{B6D11C46-317F-D24D-A7F1-E0F016E9D414}" srcOrd="1" destOrd="0" presId="urn:microsoft.com/office/officeart/2005/8/layout/chevron1"/>
    <dgm:cxn modelId="{61DE3315-47E6-1349-A4C9-7A0D2C90DD23}" type="presParOf" srcId="{1B895563-522E-CD4B-B90B-D388FBA8B456}" destId="{0C978D70-8A3C-ED42-8B18-097865B145BB}" srcOrd="2" destOrd="0" presId="urn:microsoft.com/office/officeart/2005/8/layout/chevron1"/>
    <dgm:cxn modelId="{6E1A6704-8A00-244A-A42B-F7DC5A3C7F88}" type="presParOf" srcId="{1B895563-522E-CD4B-B90B-D388FBA8B456}" destId="{3121990A-A9C9-3B44-AE2E-C2C1335D0D3A}" srcOrd="3" destOrd="0" presId="urn:microsoft.com/office/officeart/2005/8/layout/chevron1"/>
    <dgm:cxn modelId="{1267444C-69A4-364E-B4B7-05C8AE21B538}" type="presParOf" srcId="{1B895563-522E-CD4B-B90B-D388FBA8B456}" destId="{2BAD1AFC-D4E2-AC4F-B9FB-4BB6AE57B4A2}" srcOrd="4" destOrd="0" presId="urn:microsoft.com/office/officeart/2005/8/layout/chevron1"/>
    <dgm:cxn modelId="{BADE6501-0274-BD4E-856B-0886E9465F57}" type="presParOf" srcId="{1B895563-522E-CD4B-B90B-D388FBA8B456}" destId="{928B2057-DE6D-C340-8556-B20F2AD96D5E}" srcOrd="5" destOrd="0" presId="urn:microsoft.com/office/officeart/2005/8/layout/chevron1"/>
    <dgm:cxn modelId="{40BF6A1C-B7B1-2443-B7CF-F2DC79661C79}" type="presParOf" srcId="{1B895563-522E-CD4B-B90B-D388FBA8B456}" destId="{30F834FF-B6FA-C143-8385-0312CC3D0363}" srcOrd="6" destOrd="0" presId="urn:microsoft.com/office/officeart/2005/8/layout/chevron1"/>
    <dgm:cxn modelId="{84454343-97C2-4E41-AE21-42E7C50A7493}" type="presParOf" srcId="{1B895563-522E-CD4B-B90B-D388FBA8B456}" destId="{52AA5EF2-46A4-2A42-BD2D-9C983688C7E4}" srcOrd="7" destOrd="0" presId="urn:microsoft.com/office/officeart/2005/8/layout/chevron1"/>
    <dgm:cxn modelId="{7273365E-55DB-9E46-B119-516E741246AD}" type="presParOf" srcId="{1B895563-522E-CD4B-B90B-D388FBA8B456}" destId="{F4049E25-FBFC-B243-8F54-5DD1906531BB}" srcOrd="8" destOrd="0" presId="urn:microsoft.com/office/officeart/2005/8/layout/chevron1"/>
    <dgm:cxn modelId="{20254AF4-88A0-2742-A6D2-49E2FC81C3FF}" type="presParOf" srcId="{1B895563-522E-CD4B-B90B-D388FBA8B456}" destId="{9A51FEB2-315C-CF4C-BF66-5566C966E84E}" srcOrd="9" destOrd="0" presId="urn:microsoft.com/office/officeart/2005/8/layout/chevron1"/>
    <dgm:cxn modelId="{5822853C-4030-754A-A6E2-C8827D2CAD8A}" type="presParOf" srcId="{1B895563-522E-CD4B-B90B-D388FBA8B456}" destId="{5C37ADFA-6E3D-C743-8A8B-3F60AD5F8128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E60DCA-C30B-4E2C-8B72-14B0EA68DE94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92DDE62-F138-472F-8DE2-D71445DAD6FE}">
      <dgm:prSet custT="1"/>
      <dgm:spPr/>
      <dgm:t>
        <a:bodyPr/>
        <a:lstStyle/>
        <a:p>
          <a:pPr algn="ctr">
            <a:defRPr cap="all"/>
          </a:pPr>
          <a:r>
            <a:rPr lang="en-US" sz="1800" b="1"/>
            <a:t>Reduced cycle Times</a:t>
          </a:r>
          <a:br>
            <a:rPr lang="en-US" sz="1800" b="1"/>
          </a:br>
          <a:r>
            <a:rPr lang="en-US" sz="1800" b="1"/>
            <a:t>  </a:t>
          </a:r>
          <a:br>
            <a:rPr lang="en-US" sz="1800" b="0"/>
          </a:br>
          <a:r>
            <a:rPr lang="en-US" sz="1800" b="0"/>
            <a:t>Digital “self-service” form replaces manual phone/email triggers.</a:t>
          </a:r>
          <a:endParaRPr lang="en-US" sz="1800"/>
        </a:p>
      </dgm:t>
    </dgm:pt>
    <dgm:pt modelId="{18572AC6-6A0C-4725-A6CD-E87DDC80E5B1}" type="parTrans" cxnId="{04C2E97E-5DBB-4B1B-903C-2DBFDD1E9ED9}">
      <dgm:prSet/>
      <dgm:spPr/>
      <dgm:t>
        <a:bodyPr/>
        <a:lstStyle/>
        <a:p>
          <a:endParaRPr lang="en-US"/>
        </a:p>
      </dgm:t>
    </dgm:pt>
    <dgm:pt modelId="{D6B4D3B9-6E08-478A-8E23-DB8F903C4ED0}" type="sibTrans" cxnId="{04C2E97E-5DBB-4B1B-903C-2DBFDD1E9ED9}">
      <dgm:prSet/>
      <dgm:spPr/>
      <dgm:t>
        <a:bodyPr/>
        <a:lstStyle/>
        <a:p>
          <a:endParaRPr lang="en-US"/>
        </a:p>
      </dgm:t>
    </dgm:pt>
    <dgm:pt modelId="{7C497A17-F96C-449D-B2EB-2535D4C14962}">
      <dgm:prSet custT="1"/>
      <dgm:spPr/>
      <dgm:t>
        <a:bodyPr/>
        <a:lstStyle/>
        <a:p>
          <a:pPr>
            <a:defRPr cap="all"/>
          </a:pPr>
          <a:r>
            <a:rPr lang="en-US" sz="2000" b="1"/>
            <a:t>Objective &amp; Auditable Decisions</a:t>
          </a:r>
          <a:br>
            <a:rPr lang="en-US" sz="2000" b="1"/>
          </a:br>
          <a:br>
            <a:rPr lang="en-US" sz="2000" b="1"/>
          </a:br>
          <a:r>
            <a:rPr lang="en-US" sz="2000" b="1"/>
            <a:t> </a:t>
          </a:r>
          <a:r>
            <a:rPr lang="en-US" sz="2000" b="0"/>
            <a:t>Consistent supplier scoring using DMN decision table.</a:t>
          </a:r>
          <a:endParaRPr lang="en-US" sz="2000"/>
        </a:p>
      </dgm:t>
    </dgm:pt>
    <dgm:pt modelId="{0C596F3B-E3A3-4ABC-83EA-713A5DDE0E19}" type="parTrans" cxnId="{C7644A8B-4055-4042-9AB3-A2918A5C35AB}">
      <dgm:prSet/>
      <dgm:spPr/>
      <dgm:t>
        <a:bodyPr/>
        <a:lstStyle/>
        <a:p>
          <a:endParaRPr lang="en-US"/>
        </a:p>
      </dgm:t>
    </dgm:pt>
    <dgm:pt modelId="{84B2EE7C-05DF-434C-AFB6-7530074873D2}" type="sibTrans" cxnId="{C7644A8B-4055-4042-9AB3-A2918A5C35AB}">
      <dgm:prSet/>
      <dgm:spPr/>
      <dgm:t>
        <a:bodyPr/>
        <a:lstStyle/>
        <a:p>
          <a:endParaRPr lang="en-US"/>
        </a:p>
      </dgm:t>
    </dgm:pt>
    <dgm:pt modelId="{E99F484E-743A-444B-80EB-1FC37B3B89D4}">
      <dgm:prSet custT="1"/>
      <dgm:spPr/>
      <dgm:t>
        <a:bodyPr/>
        <a:lstStyle/>
        <a:p>
          <a:pPr>
            <a:defRPr cap="all"/>
          </a:pPr>
          <a:r>
            <a:rPr lang="en-US" sz="2000" b="1"/>
            <a:t>Seamless Tool </a:t>
          </a:r>
          <a:r>
            <a:rPr lang="en-US" sz="2000" b="1" err="1"/>
            <a:t>IntegratioN</a:t>
          </a:r>
          <a:br>
            <a:rPr lang="en-US" sz="2000" b="0"/>
          </a:br>
          <a:br>
            <a:rPr lang="en-US" sz="2000" b="0"/>
          </a:br>
          <a:r>
            <a:rPr lang="en-US" sz="2000" b="0"/>
            <a:t>Camunda and </a:t>
          </a:r>
          <a:r>
            <a:rPr lang="en-US" sz="2000" b="0" err="1"/>
            <a:t>Make.com</a:t>
          </a:r>
          <a:r>
            <a:rPr lang="en-US" sz="2000" b="0"/>
            <a:t> bridges the gap between fragmented systems. </a:t>
          </a:r>
          <a:endParaRPr lang="en-US" sz="2000"/>
        </a:p>
      </dgm:t>
    </dgm:pt>
    <dgm:pt modelId="{479B2223-5C11-4D33-A6A9-91EB6272F062}" type="parTrans" cxnId="{8469996B-11C8-4567-8281-153985864802}">
      <dgm:prSet/>
      <dgm:spPr/>
      <dgm:t>
        <a:bodyPr/>
        <a:lstStyle/>
        <a:p>
          <a:endParaRPr lang="en-US"/>
        </a:p>
      </dgm:t>
    </dgm:pt>
    <dgm:pt modelId="{634968DD-6F5A-4318-92CA-DAB5C05358F2}" type="sibTrans" cxnId="{8469996B-11C8-4567-8281-153985864802}">
      <dgm:prSet/>
      <dgm:spPr/>
      <dgm:t>
        <a:bodyPr/>
        <a:lstStyle/>
        <a:p>
          <a:endParaRPr lang="en-US"/>
        </a:p>
      </dgm:t>
    </dgm:pt>
    <dgm:pt modelId="{C6916B78-A254-4B39-99CE-10C197FBF317}">
      <dgm:prSet custT="1"/>
      <dgm:spPr/>
      <dgm:t>
        <a:bodyPr/>
        <a:lstStyle/>
        <a:p>
          <a:pPr>
            <a:defRPr cap="all"/>
          </a:pPr>
          <a:r>
            <a:rPr lang="en-US" sz="2000" b="1"/>
            <a:t>Complete Audit trail </a:t>
          </a:r>
          <a:br>
            <a:rPr lang="en-US" sz="2000" b="1"/>
          </a:br>
          <a:br>
            <a:rPr lang="en-US" sz="2000" b="1"/>
          </a:br>
          <a:r>
            <a:rPr lang="en-US" sz="2000" b="0"/>
            <a:t>Every decision, score, and form submission is digitally logged.</a:t>
          </a:r>
          <a:endParaRPr lang="en-US" sz="2000"/>
        </a:p>
      </dgm:t>
    </dgm:pt>
    <dgm:pt modelId="{7B8CB8D8-6C9E-4535-AD16-D39ABBB333BD}" type="parTrans" cxnId="{C19B7963-0250-4D5C-9FF5-156CADCB9976}">
      <dgm:prSet/>
      <dgm:spPr/>
      <dgm:t>
        <a:bodyPr/>
        <a:lstStyle/>
        <a:p>
          <a:endParaRPr lang="en-US"/>
        </a:p>
      </dgm:t>
    </dgm:pt>
    <dgm:pt modelId="{1A504234-632C-4EBB-B1CC-63F20C6A8E63}" type="sibTrans" cxnId="{C19B7963-0250-4D5C-9FF5-156CADCB9976}">
      <dgm:prSet/>
      <dgm:spPr/>
      <dgm:t>
        <a:bodyPr/>
        <a:lstStyle/>
        <a:p>
          <a:endParaRPr lang="en-US"/>
        </a:p>
      </dgm:t>
    </dgm:pt>
    <dgm:pt modelId="{27B25549-A13E-4D00-B5F7-609DE41A56E3}">
      <dgm:prSet custT="1"/>
      <dgm:spPr/>
      <dgm:t>
        <a:bodyPr/>
        <a:lstStyle/>
        <a:p>
          <a:pPr>
            <a:defRPr cap="all"/>
          </a:pPr>
          <a:r>
            <a:rPr lang="en-US" sz="2000" b="1"/>
            <a:t>Full Process Visibility</a:t>
          </a:r>
          <a:br>
            <a:rPr lang="en-US" sz="2000" b="1"/>
          </a:br>
          <a:br>
            <a:rPr lang="en-US" sz="2000" b="1"/>
          </a:br>
          <a:r>
            <a:rPr lang="en-US" sz="2000" b="1"/>
            <a:t> </a:t>
          </a:r>
          <a:r>
            <a:rPr lang="en-US" sz="2000" b="0"/>
            <a:t>Possible to Track requests via Camunda Cockpit.</a:t>
          </a:r>
          <a:endParaRPr lang="en-US" sz="2000"/>
        </a:p>
      </dgm:t>
    </dgm:pt>
    <dgm:pt modelId="{0A9560A3-E2A8-48C4-B8A0-232E1AEA7D2B}" type="sibTrans" cxnId="{84FA25DD-7AAC-406F-B010-F531D6226564}">
      <dgm:prSet/>
      <dgm:spPr/>
      <dgm:t>
        <a:bodyPr/>
        <a:lstStyle/>
        <a:p>
          <a:endParaRPr lang="en-US"/>
        </a:p>
      </dgm:t>
    </dgm:pt>
    <dgm:pt modelId="{96DBBCFB-47CF-4ED0-BB67-12DCF2007F60}" type="parTrans" cxnId="{84FA25DD-7AAC-406F-B010-F531D6226564}">
      <dgm:prSet/>
      <dgm:spPr/>
      <dgm:t>
        <a:bodyPr/>
        <a:lstStyle/>
        <a:p>
          <a:endParaRPr lang="en-US"/>
        </a:p>
      </dgm:t>
    </dgm:pt>
    <dgm:pt modelId="{2526A04F-0B20-47BA-B8C1-FABEA51D1B13}" type="pres">
      <dgm:prSet presAssocID="{43E60DCA-C30B-4E2C-8B72-14B0EA68DE94}" presName="root" presStyleCnt="0">
        <dgm:presLayoutVars>
          <dgm:dir/>
          <dgm:resizeHandles val="exact"/>
        </dgm:presLayoutVars>
      </dgm:prSet>
      <dgm:spPr/>
    </dgm:pt>
    <dgm:pt modelId="{0CA66E5B-CC21-487E-A535-8E98FC0D2910}" type="pres">
      <dgm:prSet presAssocID="{C92DDE62-F138-472F-8DE2-D71445DAD6FE}" presName="compNode" presStyleCnt="0"/>
      <dgm:spPr/>
    </dgm:pt>
    <dgm:pt modelId="{CF324C0B-7A5F-464F-9D32-F782F6A91AA6}" type="pres">
      <dgm:prSet presAssocID="{C92DDE62-F138-472F-8DE2-D71445DAD6FE}" presName="iconBgRect" presStyleLbl="bgShp" presStyleIdx="0" presStyleCnt="5"/>
      <dgm:spPr/>
    </dgm:pt>
    <dgm:pt modelId="{F576017A-210B-4506-A3E8-FCDF0BC3B640}" type="pres">
      <dgm:prSet presAssocID="{C92DDE62-F138-472F-8DE2-D71445DAD6FE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nduhr abgelaufen mit einfarbiger Füllung"/>
        </a:ext>
      </dgm:extLst>
    </dgm:pt>
    <dgm:pt modelId="{59A58E57-379E-4F8D-9179-857143532BBE}" type="pres">
      <dgm:prSet presAssocID="{C92DDE62-F138-472F-8DE2-D71445DAD6FE}" presName="spaceRect" presStyleCnt="0"/>
      <dgm:spPr/>
    </dgm:pt>
    <dgm:pt modelId="{C0A4721E-9996-4DE5-94A6-31F69EF365C6}" type="pres">
      <dgm:prSet presAssocID="{C92DDE62-F138-472F-8DE2-D71445DAD6FE}" presName="textRect" presStyleLbl="revTx" presStyleIdx="0" presStyleCnt="5">
        <dgm:presLayoutVars>
          <dgm:chMax val="1"/>
          <dgm:chPref val="1"/>
        </dgm:presLayoutVars>
      </dgm:prSet>
      <dgm:spPr/>
    </dgm:pt>
    <dgm:pt modelId="{E2951AD9-EAB8-4B77-B3D0-A310EC7FEAD1}" type="pres">
      <dgm:prSet presAssocID="{D6B4D3B9-6E08-478A-8E23-DB8F903C4ED0}" presName="sibTrans" presStyleCnt="0"/>
      <dgm:spPr/>
    </dgm:pt>
    <dgm:pt modelId="{51A4E736-E9A2-4EB1-8B24-9912D2EFD71F}" type="pres">
      <dgm:prSet presAssocID="{27B25549-A13E-4D00-B5F7-609DE41A56E3}" presName="compNode" presStyleCnt="0"/>
      <dgm:spPr/>
    </dgm:pt>
    <dgm:pt modelId="{88F1C06F-CAE0-4F48-9890-CB4E433FB051}" type="pres">
      <dgm:prSet presAssocID="{27B25549-A13E-4D00-B5F7-609DE41A56E3}" presName="iconBgRect" presStyleLbl="bgShp" presStyleIdx="1" presStyleCnt="5"/>
      <dgm:spPr/>
    </dgm:pt>
    <dgm:pt modelId="{FEFA70B0-BC9F-40DF-B2CA-ACA9CC0A559A}" type="pres">
      <dgm:prSet presAssocID="{27B25549-A13E-4D00-B5F7-609DE41A56E3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bakus mit einfarbiger Füllung"/>
        </a:ext>
      </dgm:extLst>
    </dgm:pt>
    <dgm:pt modelId="{FD3DAB4F-B8ED-4E33-A384-23AA4BF778DC}" type="pres">
      <dgm:prSet presAssocID="{27B25549-A13E-4D00-B5F7-609DE41A56E3}" presName="spaceRect" presStyleCnt="0"/>
      <dgm:spPr/>
    </dgm:pt>
    <dgm:pt modelId="{9997189D-4823-49A2-AFBE-E9F309537B7E}" type="pres">
      <dgm:prSet presAssocID="{27B25549-A13E-4D00-B5F7-609DE41A56E3}" presName="textRect" presStyleLbl="revTx" presStyleIdx="1" presStyleCnt="5">
        <dgm:presLayoutVars>
          <dgm:chMax val="1"/>
          <dgm:chPref val="1"/>
        </dgm:presLayoutVars>
      </dgm:prSet>
      <dgm:spPr/>
    </dgm:pt>
    <dgm:pt modelId="{0FB22249-B421-443B-BA1F-F3AD1AB9359E}" type="pres">
      <dgm:prSet presAssocID="{0A9560A3-E2A8-48C4-B8A0-232E1AEA7D2B}" presName="sibTrans" presStyleCnt="0"/>
      <dgm:spPr/>
    </dgm:pt>
    <dgm:pt modelId="{75F71515-432C-4F75-94C9-F896D1EB606D}" type="pres">
      <dgm:prSet presAssocID="{7C497A17-F96C-449D-B2EB-2535D4C14962}" presName="compNode" presStyleCnt="0"/>
      <dgm:spPr/>
    </dgm:pt>
    <dgm:pt modelId="{ED8B2972-6F9E-4D57-A4F9-747070E68F14}" type="pres">
      <dgm:prSet presAssocID="{7C497A17-F96C-449D-B2EB-2535D4C14962}" presName="iconBgRect" presStyleLbl="bgShp" presStyleIdx="2" presStyleCnt="5"/>
      <dgm:spPr/>
    </dgm:pt>
    <dgm:pt modelId="{945DCC0B-4FAA-4742-8C9C-815FFE1E42E9}" type="pres">
      <dgm:prSet presAssocID="{7C497A17-F96C-449D-B2EB-2535D4C1496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üfliste"/>
        </a:ext>
      </dgm:extLst>
    </dgm:pt>
    <dgm:pt modelId="{0E13DA3A-5341-4164-9CF7-2FB424F9C562}" type="pres">
      <dgm:prSet presAssocID="{7C497A17-F96C-449D-B2EB-2535D4C14962}" presName="spaceRect" presStyleCnt="0"/>
      <dgm:spPr/>
    </dgm:pt>
    <dgm:pt modelId="{2F2E38E9-5BE5-48D4-A976-B2CB8032910C}" type="pres">
      <dgm:prSet presAssocID="{7C497A17-F96C-449D-B2EB-2535D4C14962}" presName="textRect" presStyleLbl="revTx" presStyleIdx="2" presStyleCnt="5">
        <dgm:presLayoutVars>
          <dgm:chMax val="1"/>
          <dgm:chPref val="1"/>
        </dgm:presLayoutVars>
      </dgm:prSet>
      <dgm:spPr/>
    </dgm:pt>
    <dgm:pt modelId="{23E69259-CF98-4121-843B-4AF6D5CDB93B}" type="pres">
      <dgm:prSet presAssocID="{84B2EE7C-05DF-434C-AFB6-7530074873D2}" presName="sibTrans" presStyleCnt="0"/>
      <dgm:spPr/>
    </dgm:pt>
    <dgm:pt modelId="{3050CEEC-FFF2-4469-B458-94DED8DFCC39}" type="pres">
      <dgm:prSet presAssocID="{E99F484E-743A-444B-80EB-1FC37B3B89D4}" presName="compNode" presStyleCnt="0"/>
      <dgm:spPr/>
    </dgm:pt>
    <dgm:pt modelId="{5356AC63-D717-4BEF-B2BB-0CA9A75F8D2D}" type="pres">
      <dgm:prSet presAssocID="{E99F484E-743A-444B-80EB-1FC37B3B89D4}" presName="iconBgRect" presStyleLbl="bgShp" presStyleIdx="3" presStyleCnt="5"/>
      <dgm:spPr/>
    </dgm:pt>
    <dgm:pt modelId="{B85DA8F3-FC8D-4880-AC0D-028301BAB66C}" type="pres">
      <dgm:prSet presAssocID="{E99F484E-743A-444B-80EB-1FC37B3B89D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882BAEE3-ACB8-4633-9A7C-71C878F47B1F}" type="pres">
      <dgm:prSet presAssocID="{E99F484E-743A-444B-80EB-1FC37B3B89D4}" presName="spaceRect" presStyleCnt="0"/>
      <dgm:spPr/>
    </dgm:pt>
    <dgm:pt modelId="{7CC2C599-F357-4F7C-BF92-B3EA91D11B93}" type="pres">
      <dgm:prSet presAssocID="{E99F484E-743A-444B-80EB-1FC37B3B89D4}" presName="textRect" presStyleLbl="revTx" presStyleIdx="3" presStyleCnt="5">
        <dgm:presLayoutVars>
          <dgm:chMax val="1"/>
          <dgm:chPref val="1"/>
        </dgm:presLayoutVars>
      </dgm:prSet>
      <dgm:spPr/>
    </dgm:pt>
    <dgm:pt modelId="{C8C47578-34C0-4DB6-85FB-3C55A282E446}" type="pres">
      <dgm:prSet presAssocID="{634968DD-6F5A-4318-92CA-DAB5C05358F2}" presName="sibTrans" presStyleCnt="0"/>
      <dgm:spPr/>
    </dgm:pt>
    <dgm:pt modelId="{A679B1F1-33BE-420D-A75A-4E696FC2072A}" type="pres">
      <dgm:prSet presAssocID="{C6916B78-A254-4B39-99CE-10C197FBF317}" presName="compNode" presStyleCnt="0"/>
      <dgm:spPr/>
    </dgm:pt>
    <dgm:pt modelId="{20F15312-E305-4F91-AF69-BF820112AE8E}" type="pres">
      <dgm:prSet presAssocID="{C6916B78-A254-4B39-99CE-10C197FBF317}" presName="iconBgRect" presStyleLbl="bgShp" presStyleIdx="4" presStyleCnt="5"/>
      <dgm:spPr/>
    </dgm:pt>
    <dgm:pt modelId="{16B23107-9B89-43C1-A3CF-28695628BDB5}" type="pres">
      <dgm:prSet presAssocID="{C6916B78-A254-4B39-99CE-10C197FBF317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üfliste Silhouette"/>
        </a:ext>
      </dgm:extLst>
    </dgm:pt>
    <dgm:pt modelId="{6494C366-9907-4317-AB91-01BFA14E6047}" type="pres">
      <dgm:prSet presAssocID="{C6916B78-A254-4B39-99CE-10C197FBF317}" presName="spaceRect" presStyleCnt="0"/>
      <dgm:spPr/>
    </dgm:pt>
    <dgm:pt modelId="{C2946F53-9FCC-41C4-B8F7-8955597213C0}" type="pres">
      <dgm:prSet presAssocID="{C6916B78-A254-4B39-99CE-10C197FBF31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C7BB200-2C0F-494E-9847-B2EBF6680A27}" type="presOf" srcId="{43E60DCA-C30B-4E2C-8B72-14B0EA68DE94}" destId="{2526A04F-0B20-47BA-B8C1-FABEA51D1B13}" srcOrd="0" destOrd="0" presId="urn:microsoft.com/office/officeart/2018/5/layout/IconCircleLabelList"/>
    <dgm:cxn modelId="{EFA3F705-6258-4F96-9829-1C8521F9918F}" type="presOf" srcId="{C6916B78-A254-4B39-99CE-10C197FBF317}" destId="{C2946F53-9FCC-41C4-B8F7-8955597213C0}" srcOrd="0" destOrd="0" presId="urn:microsoft.com/office/officeart/2018/5/layout/IconCircleLabelList"/>
    <dgm:cxn modelId="{354A600E-BEF4-4DBC-8279-1C59014F08B1}" type="presOf" srcId="{7C497A17-F96C-449D-B2EB-2535D4C14962}" destId="{2F2E38E9-5BE5-48D4-A976-B2CB8032910C}" srcOrd="0" destOrd="0" presId="urn:microsoft.com/office/officeart/2018/5/layout/IconCircleLabelList"/>
    <dgm:cxn modelId="{B3198F2A-74AE-4BE8-B118-72A44AD9A6D2}" type="presOf" srcId="{C92DDE62-F138-472F-8DE2-D71445DAD6FE}" destId="{C0A4721E-9996-4DE5-94A6-31F69EF365C6}" srcOrd="0" destOrd="0" presId="urn:microsoft.com/office/officeart/2018/5/layout/IconCircleLabelList"/>
    <dgm:cxn modelId="{C19B7963-0250-4D5C-9FF5-156CADCB9976}" srcId="{43E60DCA-C30B-4E2C-8B72-14B0EA68DE94}" destId="{C6916B78-A254-4B39-99CE-10C197FBF317}" srcOrd="4" destOrd="0" parTransId="{7B8CB8D8-6C9E-4535-AD16-D39ABBB333BD}" sibTransId="{1A504234-632C-4EBB-B1CC-63F20C6A8E63}"/>
    <dgm:cxn modelId="{8469996B-11C8-4567-8281-153985864802}" srcId="{43E60DCA-C30B-4E2C-8B72-14B0EA68DE94}" destId="{E99F484E-743A-444B-80EB-1FC37B3B89D4}" srcOrd="3" destOrd="0" parTransId="{479B2223-5C11-4D33-A6A9-91EB6272F062}" sibTransId="{634968DD-6F5A-4318-92CA-DAB5C05358F2}"/>
    <dgm:cxn modelId="{04C2E97E-5DBB-4B1B-903C-2DBFDD1E9ED9}" srcId="{43E60DCA-C30B-4E2C-8B72-14B0EA68DE94}" destId="{C92DDE62-F138-472F-8DE2-D71445DAD6FE}" srcOrd="0" destOrd="0" parTransId="{18572AC6-6A0C-4725-A6CD-E87DDC80E5B1}" sibTransId="{D6B4D3B9-6E08-478A-8E23-DB8F903C4ED0}"/>
    <dgm:cxn modelId="{C7644A8B-4055-4042-9AB3-A2918A5C35AB}" srcId="{43E60DCA-C30B-4E2C-8B72-14B0EA68DE94}" destId="{7C497A17-F96C-449D-B2EB-2535D4C14962}" srcOrd="2" destOrd="0" parTransId="{0C596F3B-E3A3-4ABC-83EA-713A5DDE0E19}" sibTransId="{84B2EE7C-05DF-434C-AFB6-7530074873D2}"/>
    <dgm:cxn modelId="{D95C3CC5-CAD0-4ED9-AE0E-8F02B981741E}" type="presOf" srcId="{27B25549-A13E-4D00-B5F7-609DE41A56E3}" destId="{9997189D-4823-49A2-AFBE-E9F309537B7E}" srcOrd="0" destOrd="0" presId="urn:microsoft.com/office/officeart/2018/5/layout/IconCircleLabelList"/>
    <dgm:cxn modelId="{9139E4D1-DEB7-488D-A699-5B2C26E9A701}" type="presOf" srcId="{E99F484E-743A-444B-80EB-1FC37B3B89D4}" destId="{7CC2C599-F357-4F7C-BF92-B3EA91D11B93}" srcOrd="0" destOrd="0" presId="urn:microsoft.com/office/officeart/2018/5/layout/IconCircleLabelList"/>
    <dgm:cxn modelId="{84FA25DD-7AAC-406F-B010-F531D6226564}" srcId="{43E60DCA-C30B-4E2C-8B72-14B0EA68DE94}" destId="{27B25549-A13E-4D00-B5F7-609DE41A56E3}" srcOrd="1" destOrd="0" parTransId="{96DBBCFB-47CF-4ED0-BB67-12DCF2007F60}" sibTransId="{0A9560A3-E2A8-48C4-B8A0-232E1AEA7D2B}"/>
    <dgm:cxn modelId="{64DC2EE3-7E91-40F1-BA75-6EDE3E426BF6}" type="presParOf" srcId="{2526A04F-0B20-47BA-B8C1-FABEA51D1B13}" destId="{0CA66E5B-CC21-487E-A535-8E98FC0D2910}" srcOrd="0" destOrd="0" presId="urn:microsoft.com/office/officeart/2018/5/layout/IconCircleLabelList"/>
    <dgm:cxn modelId="{7D711ED5-CAD2-40BF-A4ED-CA75DCD67DB8}" type="presParOf" srcId="{0CA66E5B-CC21-487E-A535-8E98FC0D2910}" destId="{CF324C0B-7A5F-464F-9D32-F782F6A91AA6}" srcOrd="0" destOrd="0" presId="urn:microsoft.com/office/officeart/2018/5/layout/IconCircleLabelList"/>
    <dgm:cxn modelId="{C0D2BD3E-F137-4F7E-A3F3-735E0858C2E2}" type="presParOf" srcId="{0CA66E5B-CC21-487E-A535-8E98FC0D2910}" destId="{F576017A-210B-4506-A3E8-FCDF0BC3B640}" srcOrd="1" destOrd="0" presId="urn:microsoft.com/office/officeart/2018/5/layout/IconCircleLabelList"/>
    <dgm:cxn modelId="{2C656505-5364-4ED6-A321-BAE12D01A5C0}" type="presParOf" srcId="{0CA66E5B-CC21-487E-A535-8E98FC0D2910}" destId="{59A58E57-379E-4F8D-9179-857143532BBE}" srcOrd="2" destOrd="0" presId="urn:microsoft.com/office/officeart/2018/5/layout/IconCircleLabelList"/>
    <dgm:cxn modelId="{5342655C-3B89-4073-8C7A-50E51F272F77}" type="presParOf" srcId="{0CA66E5B-CC21-487E-A535-8E98FC0D2910}" destId="{C0A4721E-9996-4DE5-94A6-31F69EF365C6}" srcOrd="3" destOrd="0" presId="urn:microsoft.com/office/officeart/2018/5/layout/IconCircleLabelList"/>
    <dgm:cxn modelId="{A5CDC2F1-5851-47A0-AE70-A1A77AEF93D2}" type="presParOf" srcId="{2526A04F-0B20-47BA-B8C1-FABEA51D1B13}" destId="{E2951AD9-EAB8-4B77-B3D0-A310EC7FEAD1}" srcOrd="1" destOrd="0" presId="urn:microsoft.com/office/officeart/2018/5/layout/IconCircleLabelList"/>
    <dgm:cxn modelId="{C2B40D08-E15B-4B30-8D0D-F6A42140161B}" type="presParOf" srcId="{2526A04F-0B20-47BA-B8C1-FABEA51D1B13}" destId="{51A4E736-E9A2-4EB1-8B24-9912D2EFD71F}" srcOrd="2" destOrd="0" presId="urn:microsoft.com/office/officeart/2018/5/layout/IconCircleLabelList"/>
    <dgm:cxn modelId="{F498A778-39C0-414F-B9A2-42FAD2E71DDC}" type="presParOf" srcId="{51A4E736-E9A2-4EB1-8B24-9912D2EFD71F}" destId="{88F1C06F-CAE0-4F48-9890-CB4E433FB051}" srcOrd="0" destOrd="0" presId="urn:microsoft.com/office/officeart/2018/5/layout/IconCircleLabelList"/>
    <dgm:cxn modelId="{2EA09BBA-6C34-4D59-82E9-704E11418267}" type="presParOf" srcId="{51A4E736-E9A2-4EB1-8B24-9912D2EFD71F}" destId="{FEFA70B0-BC9F-40DF-B2CA-ACA9CC0A559A}" srcOrd="1" destOrd="0" presId="urn:microsoft.com/office/officeart/2018/5/layout/IconCircleLabelList"/>
    <dgm:cxn modelId="{06D15308-0A6C-4E4D-8558-DB01825C5B56}" type="presParOf" srcId="{51A4E736-E9A2-4EB1-8B24-9912D2EFD71F}" destId="{FD3DAB4F-B8ED-4E33-A384-23AA4BF778DC}" srcOrd="2" destOrd="0" presId="urn:microsoft.com/office/officeart/2018/5/layout/IconCircleLabelList"/>
    <dgm:cxn modelId="{25C0E582-0A20-40A9-BDAF-6B723217431B}" type="presParOf" srcId="{51A4E736-E9A2-4EB1-8B24-9912D2EFD71F}" destId="{9997189D-4823-49A2-AFBE-E9F309537B7E}" srcOrd="3" destOrd="0" presId="urn:microsoft.com/office/officeart/2018/5/layout/IconCircleLabelList"/>
    <dgm:cxn modelId="{4E03286F-4ECD-4854-BC87-1F40819EB058}" type="presParOf" srcId="{2526A04F-0B20-47BA-B8C1-FABEA51D1B13}" destId="{0FB22249-B421-443B-BA1F-F3AD1AB9359E}" srcOrd="3" destOrd="0" presId="urn:microsoft.com/office/officeart/2018/5/layout/IconCircleLabelList"/>
    <dgm:cxn modelId="{9C4E1A2E-3A40-4219-ABF5-3CED9EC0B0A5}" type="presParOf" srcId="{2526A04F-0B20-47BA-B8C1-FABEA51D1B13}" destId="{75F71515-432C-4F75-94C9-F896D1EB606D}" srcOrd="4" destOrd="0" presId="urn:microsoft.com/office/officeart/2018/5/layout/IconCircleLabelList"/>
    <dgm:cxn modelId="{4DA22CE8-DDA8-40AB-85A8-FD09AF3222D2}" type="presParOf" srcId="{75F71515-432C-4F75-94C9-F896D1EB606D}" destId="{ED8B2972-6F9E-4D57-A4F9-747070E68F14}" srcOrd="0" destOrd="0" presId="urn:microsoft.com/office/officeart/2018/5/layout/IconCircleLabelList"/>
    <dgm:cxn modelId="{3483358B-72BA-49EE-9E02-D6080B7036B0}" type="presParOf" srcId="{75F71515-432C-4F75-94C9-F896D1EB606D}" destId="{945DCC0B-4FAA-4742-8C9C-815FFE1E42E9}" srcOrd="1" destOrd="0" presId="urn:microsoft.com/office/officeart/2018/5/layout/IconCircleLabelList"/>
    <dgm:cxn modelId="{83D345BD-88A6-45B1-BF35-50298313B97C}" type="presParOf" srcId="{75F71515-432C-4F75-94C9-F896D1EB606D}" destId="{0E13DA3A-5341-4164-9CF7-2FB424F9C562}" srcOrd="2" destOrd="0" presId="urn:microsoft.com/office/officeart/2018/5/layout/IconCircleLabelList"/>
    <dgm:cxn modelId="{302D497B-6326-4553-8B08-6CD947F250BE}" type="presParOf" srcId="{75F71515-432C-4F75-94C9-F896D1EB606D}" destId="{2F2E38E9-5BE5-48D4-A976-B2CB8032910C}" srcOrd="3" destOrd="0" presId="urn:microsoft.com/office/officeart/2018/5/layout/IconCircleLabelList"/>
    <dgm:cxn modelId="{5F33E680-BB57-4FC8-820E-3D952D0CBCF3}" type="presParOf" srcId="{2526A04F-0B20-47BA-B8C1-FABEA51D1B13}" destId="{23E69259-CF98-4121-843B-4AF6D5CDB93B}" srcOrd="5" destOrd="0" presId="urn:microsoft.com/office/officeart/2018/5/layout/IconCircleLabelList"/>
    <dgm:cxn modelId="{23FC141F-A2ED-4CC6-8246-5BF36685E0B5}" type="presParOf" srcId="{2526A04F-0B20-47BA-B8C1-FABEA51D1B13}" destId="{3050CEEC-FFF2-4469-B458-94DED8DFCC39}" srcOrd="6" destOrd="0" presId="urn:microsoft.com/office/officeart/2018/5/layout/IconCircleLabelList"/>
    <dgm:cxn modelId="{E9C7CF09-7E31-49AB-AACD-B1EFE0AB2B08}" type="presParOf" srcId="{3050CEEC-FFF2-4469-B458-94DED8DFCC39}" destId="{5356AC63-D717-4BEF-B2BB-0CA9A75F8D2D}" srcOrd="0" destOrd="0" presId="urn:microsoft.com/office/officeart/2018/5/layout/IconCircleLabelList"/>
    <dgm:cxn modelId="{1DE0ACF4-BEB0-4C08-8E0E-AB5764B4C55E}" type="presParOf" srcId="{3050CEEC-FFF2-4469-B458-94DED8DFCC39}" destId="{B85DA8F3-FC8D-4880-AC0D-028301BAB66C}" srcOrd="1" destOrd="0" presId="urn:microsoft.com/office/officeart/2018/5/layout/IconCircleLabelList"/>
    <dgm:cxn modelId="{080952C6-C353-4077-AED2-2A0E460A7227}" type="presParOf" srcId="{3050CEEC-FFF2-4469-B458-94DED8DFCC39}" destId="{882BAEE3-ACB8-4633-9A7C-71C878F47B1F}" srcOrd="2" destOrd="0" presId="urn:microsoft.com/office/officeart/2018/5/layout/IconCircleLabelList"/>
    <dgm:cxn modelId="{329C3ECC-C4D5-4BA1-B8E9-8F717B38A03E}" type="presParOf" srcId="{3050CEEC-FFF2-4469-B458-94DED8DFCC39}" destId="{7CC2C599-F357-4F7C-BF92-B3EA91D11B93}" srcOrd="3" destOrd="0" presId="urn:microsoft.com/office/officeart/2018/5/layout/IconCircleLabelList"/>
    <dgm:cxn modelId="{3197A59F-E57A-4805-BAD0-4E053BB0F3E5}" type="presParOf" srcId="{2526A04F-0B20-47BA-B8C1-FABEA51D1B13}" destId="{C8C47578-34C0-4DB6-85FB-3C55A282E446}" srcOrd="7" destOrd="0" presId="urn:microsoft.com/office/officeart/2018/5/layout/IconCircleLabelList"/>
    <dgm:cxn modelId="{2F1FD561-7C2C-45E7-84CD-81E931660ABF}" type="presParOf" srcId="{2526A04F-0B20-47BA-B8C1-FABEA51D1B13}" destId="{A679B1F1-33BE-420D-A75A-4E696FC2072A}" srcOrd="8" destOrd="0" presId="urn:microsoft.com/office/officeart/2018/5/layout/IconCircleLabelList"/>
    <dgm:cxn modelId="{18DBE75D-2366-4909-A539-0E420DEFEF68}" type="presParOf" srcId="{A679B1F1-33BE-420D-A75A-4E696FC2072A}" destId="{20F15312-E305-4F91-AF69-BF820112AE8E}" srcOrd="0" destOrd="0" presId="urn:microsoft.com/office/officeart/2018/5/layout/IconCircleLabelList"/>
    <dgm:cxn modelId="{6D99D60A-7103-4A91-BB43-F3F5E72AD605}" type="presParOf" srcId="{A679B1F1-33BE-420D-A75A-4E696FC2072A}" destId="{16B23107-9B89-43C1-A3CF-28695628BDB5}" srcOrd="1" destOrd="0" presId="urn:microsoft.com/office/officeart/2018/5/layout/IconCircleLabelList"/>
    <dgm:cxn modelId="{94BBB4DD-FA96-4817-83B4-D1F6FDE50F83}" type="presParOf" srcId="{A679B1F1-33BE-420D-A75A-4E696FC2072A}" destId="{6494C366-9907-4317-AB91-01BFA14E6047}" srcOrd="2" destOrd="0" presId="urn:microsoft.com/office/officeart/2018/5/layout/IconCircleLabelList"/>
    <dgm:cxn modelId="{0D40E74F-038F-46C0-8910-A374A8CE016E}" type="presParOf" srcId="{A679B1F1-33BE-420D-A75A-4E696FC2072A}" destId="{C2946F53-9FCC-41C4-B8F7-8955597213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5B034-2CA9-A840-988E-0EDECE0EC4EC}">
      <dsp:nvSpPr>
        <dsp:cNvPr id="0" name=""/>
        <dsp:cNvSpPr/>
      </dsp:nvSpPr>
      <dsp:spPr>
        <a:xfrm>
          <a:off x="3393" y="517701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/>
            <a:t>Source-</a:t>
          </a:r>
          <a:r>
            <a:rPr lang="de-CH" sz="2600" kern="1200" err="1"/>
            <a:t>to</a:t>
          </a:r>
          <a:r>
            <a:rPr lang="de-CH" sz="2600" kern="1200"/>
            <a:t>-Order </a:t>
          </a:r>
          <a:r>
            <a:rPr lang="de-CH" sz="2600" kern="1200" err="1"/>
            <a:t>process</a:t>
          </a:r>
          <a:r>
            <a:rPr lang="de-CH" sz="2600" kern="1200"/>
            <a:t> </a:t>
          </a:r>
          <a:r>
            <a:rPr lang="de-CH" sz="2600" kern="1200" err="1"/>
            <a:t>automation</a:t>
          </a:r>
          <a:r>
            <a:rPr lang="de-CH" sz="2600" kern="1200"/>
            <a:t> </a:t>
          </a:r>
          <a:endParaRPr lang="en-US" sz="2600" kern="1200"/>
        </a:p>
      </dsp:txBody>
      <dsp:txXfrm>
        <a:off x="3393" y="517701"/>
        <a:ext cx="2692371" cy="1615423"/>
      </dsp:txXfrm>
    </dsp:sp>
    <dsp:sp modelId="{A7171F7B-F602-2E41-B90C-5742AC49655E}">
      <dsp:nvSpPr>
        <dsp:cNvPr id="0" name=""/>
        <dsp:cNvSpPr/>
      </dsp:nvSpPr>
      <dsp:spPr>
        <a:xfrm>
          <a:off x="2965002" y="517701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err="1">
              <a:latin typeface="Arial"/>
            </a:rPr>
            <a:t>Automated</a:t>
          </a:r>
          <a:r>
            <a:rPr lang="de-CH" sz="2600" kern="1200">
              <a:latin typeface="Arial"/>
            </a:rPr>
            <a:t> supplier </a:t>
          </a:r>
          <a:r>
            <a:rPr lang="de-CH" sz="2600" kern="1200" err="1">
              <a:latin typeface="Arial"/>
            </a:rPr>
            <a:t>selection</a:t>
          </a:r>
          <a:r>
            <a:rPr lang="de-CH" sz="2600" kern="1200">
              <a:latin typeface="Arial"/>
            </a:rPr>
            <a:t> (DMN-</a:t>
          </a:r>
          <a:r>
            <a:rPr lang="de-CH" sz="2600" kern="1200" err="1">
              <a:latin typeface="Arial"/>
            </a:rPr>
            <a:t>driven</a:t>
          </a:r>
          <a:r>
            <a:rPr lang="de-CH" sz="2600" kern="1200">
              <a:latin typeface="Arial"/>
            </a:rPr>
            <a:t>)</a:t>
          </a:r>
          <a:endParaRPr lang="de-CH" sz="2600" kern="1200"/>
        </a:p>
      </dsp:txBody>
      <dsp:txXfrm>
        <a:off x="2965002" y="517701"/>
        <a:ext cx="2692371" cy="1615423"/>
      </dsp:txXfrm>
    </dsp:sp>
    <dsp:sp modelId="{8B068DFA-59A3-4FA1-BE27-B7A792135F3C}">
      <dsp:nvSpPr>
        <dsp:cNvPr id="0" name=""/>
        <dsp:cNvSpPr/>
      </dsp:nvSpPr>
      <dsp:spPr>
        <a:xfrm>
          <a:off x="5926612" y="517701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>
              <a:latin typeface="Arial"/>
            </a:rPr>
            <a:t>Office </a:t>
          </a:r>
          <a:r>
            <a:rPr lang="de-CH" sz="2600" kern="1200" err="1">
              <a:latin typeface="Arial"/>
            </a:rPr>
            <a:t>Supplies</a:t>
          </a:r>
          <a:r>
            <a:rPr lang="de-CH" sz="2600" kern="1200">
              <a:latin typeface="Arial"/>
            </a:rPr>
            <a:t> </a:t>
          </a:r>
          <a:r>
            <a:rPr lang="de-CH" sz="2600" kern="1200" err="1">
              <a:latin typeface="Arial"/>
            </a:rPr>
            <a:t>E-commerce</a:t>
          </a:r>
          <a:r>
            <a:rPr lang="de-CH" sz="2600" kern="1200">
              <a:latin typeface="Arial"/>
            </a:rPr>
            <a:t> Case </a:t>
          </a:r>
          <a:r>
            <a:rPr lang="de-CH" sz="2600" kern="1200" err="1">
              <a:latin typeface="Arial"/>
            </a:rPr>
            <a:t>study</a:t>
          </a:r>
          <a:r>
            <a:rPr lang="de-CH" sz="2600" kern="1200">
              <a:latin typeface="Arial"/>
            </a:rPr>
            <a:t> </a:t>
          </a:r>
          <a:endParaRPr lang="en-US" sz="2600" kern="1200">
            <a:latin typeface="Arial"/>
          </a:endParaRPr>
        </a:p>
      </dsp:txBody>
      <dsp:txXfrm>
        <a:off x="5926612" y="517701"/>
        <a:ext cx="2692371" cy="1615423"/>
      </dsp:txXfrm>
    </dsp:sp>
    <dsp:sp modelId="{9AC4DBD5-043C-AA44-855B-DFADD241BCB3}">
      <dsp:nvSpPr>
        <dsp:cNvPr id="0" name=""/>
        <dsp:cNvSpPr/>
      </dsp:nvSpPr>
      <dsp:spPr>
        <a:xfrm>
          <a:off x="8888221" y="517701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>
              <a:latin typeface="Arial"/>
            </a:rPr>
            <a:t>Digital </a:t>
          </a:r>
          <a:r>
            <a:rPr lang="de-CH" sz="2600" kern="1200" err="1">
              <a:latin typeface="Arial"/>
            </a:rPr>
            <a:t>self</a:t>
          </a:r>
          <a:r>
            <a:rPr lang="de-CH" sz="2600" kern="1200">
              <a:latin typeface="Arial"/>
            </a:rPr>
            <a:t>-service Request form </a:t>
          </a:r>
          <a:endParaRPr lang="de-CH" sz="2600" kern="1200"/>
        </a:p>
      </dsp:txBody>
      <dsp:txXfrm>
        <a:off x="8888221" y="517701"/>
        <a:ext cx="2692371" cy="1615423"/>
      </dsp:txXfrm>
    </dsp:sp>
    <dsp:sp modelId="{CA92A13E-B676-B846-8842-B276E2A53088}">
      <dsp:nvSpPr>
        <dsp:cNvPr id="0" name=""/>
        <dsp:cNvSpPr/>
      </dsp:nvSpPr>
      <dsp:spPr>
        <a:xfrm>
          <a:off x="3393" y="2402362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/>
            <a:t>Eco-</a:t>
          </a:r>
          <a:r>
            <a:rPr lang="de-CH" sz="2600" kern="1200" err="1"/>
            <a:t>friendly</a:t>
          </a:r>
          <a:r>
            <a:rPr lang="de-CH" sz="2600" kern="1200"/>
            <a:t> </a:t>
          </a:r>
          <a:r>
            <a:rPr lang="de-CH" sz="2600" kern="1200" err="1"/>
            <a:t>Product</a:t>
          </a:r>
          <a:r>
            <a:rPr lang="de-CH" sz="2600" kern="1200"/>
            <a:t> </a:t>
          </a:r>
          <a:r>
            <a:rPr lang="de-CH" sz="2600" kern="1200" err="1"/>
            <a:t>request</a:t>
          </a:r>
          <a:endParaRPr lang="en-US" sz="2600" kern="1200"/>
        </a:p>
      </dsp:txBody>
      <dsp:txXfrm>
        <a:off x="3393" y="2402362"/>
        <a:ext cx="2692371" cy="1615423"/>
      </dsp:txXfrm>
    </dsp:sp>
    <dsp:sp modelId="{46C1966E-6AD5-BE48-95A1-EC13A7F90EEC}">
      <dsp:nvSpPr>
        <dsp:cNvPr id="0" name=""/>
        <dsp:cNvSpPr/>
      </dsp:nvSpPr>
      <dsp:spPr>
        <a:xfrm>
          <a:off x="2965002" y="2402362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rial"/>
            </a:rPr>
            <a:t>Addressing Manual </a:t>
          </a:r>
          <a:r>
            <a:rPr lang="en-US" sz="2600" kern="1200" err="1">
              <a:latin typeface="Arial"/>
            </a:rPr>
            <a:t>bottelnecks</a:t>
          </a:r>
          <a:r>
            <a:rPr lang="en-US" sz="2600" kern="1200">
              <a:latin typeface="Arial"/>
            </a:rPr>
            <a:t> &amp; Slow response </a:t>
          </a:r>
          <a:endParaRPr lang="en-US" sz="2600" kern="1200"/>
        </a:p>
      </dsp:txBody>
      <dsp:txXfrm>
        <a:off x="2965002" y="2402362"/>
        <a:ext cx="2692371" cy="1615423"/>
      </dsp:txXfrm>
    </dsp:sp>
    <dsp:sp modelId="{1B6D7600-3A2B-4746-B840-C9D3638EA9EA}">
      <dsp:nvSpPr>
        <dsp:cNvPr id="0" name=""/>
        <dsp:cNvSpPr/>
      </dsp:nvSpPr>
      <dsp:spPr>
        <a:xfrm>
          <a:off x="5926612" y="2402362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err="1">
              <a:latin typeface="Arial"/>
            </a:rPr>
            <a:t>Powered</a:t>
          </a:r>
          <a:r>
            <a:rPr lang="de-CH" sz="2600" kern="1200">
              <a:latin typeface="Arial"/>
            </a:rPr>
            <a:t> </a:t>
          </a:r>
          <a:r>
            <a:rPr lang="de-CH" sz="2600" kern="1200" err="1">
              <a:latin typeface="Arial"/>
            </a:rPr>
            <a:t>by</a:t>
          </a:r>
          <a:r>
            <a:rPr lang="de-CH" sz="2600" kern="1200">
              <a:latin typeface="Arial"/>
            </a:rPr>
            <a:t> </a:t>
          </a:r>
          <a:r>
            <a:rPr lang="de-CH" sz="2600" kern="1200" err="1">
              <a:latin typeface="Arial"/>
            </a:rPr>
            <a:t>Camunda</a:t>
          </a:r>
          <a:r>
            <a:rPr lang="de-CH" sz="2600" kern="1200">
              <a:latin typeface="Arial"/>
            </a:rPr>
            <a:t> 7 &amp; </a:t>
          </a:r>
          <a:r>
            <a:rPr lang="de-CH" sz="2600" kern="1200" err="1">
              <a:latin typeface="Arial"/>
            </a:rPr>
            <a:t>Make.com</a:t>
          </a:r>
          <a:endParaRPr lang="de-CH" sz="2600" kern="1200"/>
        </a:p>
      </dsp:txBody>
      <dsp:txXfrm>
        <a:off x="5926612" y="2402362"/>
        <a:ext cx="2692371" cy="1615423"/>
      </dsp:txXfrm>
    </dsp:sp>
    <dsp:sp modelId="{EA44378D-CC0C-45C7-80B4-B7C9E14A3165}">
      <dsp:nvSpPr>
        <dsp:cNvPr id="0" name=""/>
        <dsp:cNvSpPr/>
      </dsp:nvSpPr>
      <dsp:spPr>
        <a:xfrm>
          <a:off x="8888221" y="2402362"/>
          <a:ext cx="2692371" cy="161542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err="1">
              <a:latin typeface="Arial"/>
            </a:rPr>
            <a:t>Product</a:t>
          </a:r>
          <a:r>
            <a:rPr lang="de-CH" sz="2600" kern="1200">
              <a:latin typeface="Arial"/>
            </a:rPr>
            <a:t> not </a:t>
          </a:r>
          <a:r>
            <a:rPr lang="de-CH" sz="2600" kern="1200" err="1">
              <a:latin typeface="Arial"/>
            </a:rPr>
            <a:t>available</a:t>
          </a:r>
          <a:r>
            <a:rPr lang="de-CH" sz="2600" kern="1200">
              <a:latin typeface="Arial"/>
            </a:rPr>
            <a:t> in </a:t>
          </a:r>
          <a:r>
            <a:rPr lang="de-CH" sz="2600" kern="1200" err="1">
              <a:latin typeface="Arial"/>
            </a:rPr>
            <a:t>catalog</a:t>
          </a:r>
          <a:endParaRPr lang="de-CH" sz="2600" kern="1200">
            <a:latin typeface="Arial"/>
          </a:endParaRPr>
        </a:p>
      </dsp:txBody>
      <dsp:txXfrm>
        <a:off x="8888221" y="2402362"/>
        <a:ext cx="2692371" cy="1615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A4EDA-35B0-4DF1-9113-E147D47C452E}">
      <dsp:nvSpPr>
        <dsp:cNvPr id="0" name=""/>
        <dsp:cNvSpPr/>
      </dsp:nvSpPr>
      <dsp:spPr>
        <a:xfrm>
          <a:off x="0" y="1467"/>
          <a:ext cx="11583987" cy="62517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0AB97-DCD6-4E7A-A345-111A4EF0C398}">
      <dsp:nvSpPr>
        <dsp:cNvPr id="0" name=""/>
        <dsp:cNvSpPr/>
      </dsp:nvSpPr>
      <dsp:spPr>
        <a:xfrm>
          <a:off x="189116" y="142132"/>
          <a:ext cx="343848" cy="343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357EA-F037-4B68-972C-606479F99938}">
      <dsp:nvSpPr>
        <dsp:cNvPr id="0" name=""/>
        <dsp:cNvSpPr/>
      </dsp:nvSpPr>
      <dsp:spPr>
        <a:xfrm>
          <a:off x="722082" y="1467"/>
          <a:ext cx="10861904" cy="62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65" tIns="66165" rIns="66165" bIns="661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>
              <a:latin typeface="Arial"/>
            </a:rPr>
            <a:t>Intuition </a:t>
          </a:r>
          <a:r>
            <a:rPr lang="de-CH" sz="1900" kern="1200" err="1">
              <a:latin typeface="Arial"/>
            </a:rPr>
            <a:t>based</a:t>
          </a:r>
          <a:r>
            <a:rPr lang="de-CH" sz="1900" kern="1200">
              <a:latin typeface="Arial"/>
            </a:rPr>
            <a:t> </a:t>
          </a:r>
          <a:r>
            <a:rPr lang="de-CH" sz="1900" kern="1200" err="1">
              <a:latin typeface="Arial"/>
            </a:rPr>
            <a:t>selection</a:t>
          </a:r>
          <a:r>
            <a:rPr lang="de-CH" sz="1900" kern="1200">
              <a:latin typeface="Arial"/>
            </a:rPr>
            <a:t> </a:t>
          </a:r>
          <a:r>
            <a:rPr lang="de-CH" sz="1900" kern="1200" err="1">
              <a:latin typeface="Arial"/>
            </a:rPr>
            <a:t>without</a:t>
          </a:r>
          <a:r>
            <a:rPr lang="de-CH" sz="1900" kern="1200">
              <a:latin typeface="Arial"/>
            </a:rPr>
            <a:t> </a:t>
          </a:r>
          <a:r>
            <a:rPr lang="de-CH" sz="1900" kern="1200" err="1">
              <a:latin typeface="Arial"/>
            </a:rPr>
            <a:t>weighted</a:t>
          </a:r>
          <a:r>
            <a:rPr lang="de-CH" sz="1900" kern="1200">
              <a:latin typeface="Arial"/>
            </a:rPr>
            <a:t> score</a:t>
          </a:r>
          <a:endParaRPr lang="de-CH" sz="1900" kern="1200"/>
        </a:p>
      </dsp:txBody>
      <dsp:txXfrm>
        <a:off x="722082" y="1467"/>
        <a:ext cx="10861904" cy="625179"/>
      </dsp:txXfrm>
    </dsp:sp>
    <dsp:sp modelId="{CFD406E4-06F0-4150-AB05-4E77FA7B59E0}">
      <dsp:nvSpPr>
        <dsp:cNvPr id="0" name=""/>
        <dsp:cNvSpPr/>
      </dsp:nvSpPr>
      <dsp:spPr>
        <a:xfrm>
          <a:off x="0" y="782941"/>
          <a:ext cx="11583987" cy="62517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AEBED-F07C-4449-A91C-32C7C2943081}">
      <dsp:nvSpPr>
        <dsp:cNvPr id="0" name=""/>
        <dsp:cNvSpPr/>
      </dsp:nvSpPr>
      <dsp:spPr>
        <a:xfrm>
          <a:off x="189116" y="923607"/>
          <a:ext cx="343848" cy="343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A548A-BA3C-4DD7-9A4F-F7FBAEDC1A17}">
      <dsp:nvSpPr>
        <dsp:cNvPr id="0" name=""/>
        <dsp:cNvSpPr/>
      </dsp:nvSpPr>
      <dsp:spPr>
        <a:xfrm>
          <a:off x="722082" y="782941"/>
          <a:ext cx="10861904" cy="62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65" tIns="66165" rIns="66165" bIns="661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>
              <a:latin typeface="Arial"/>
            </a:rPr>
            <a:t>Disconneted systems (CRM List, Excel, Email)</a:t>
          </a:r>
          <a:endParaRPr lang="de-CH" sz="1900" kern="1200"/>
        </a:p>
      </dsp:txBody>
      <dsp:txXfrm>
        <a:off x="722082" y="782941"/>
        <a:ext cx="10861904" cy="625179"/>
      </dsp:txXfrm>
    </dsp:sp>
    <dsp:sp modelId="{B16F4AAF-24AC-466B-85C2-C25FAB55E585}">
      <dsp:nvSpPr>
        <dsp:cNvPr id="0" name=""/>
        <dsp:cNvSpPr/>
      </dsp:nvSpPr>
      <dsp:spPr>
        <a:xfrm>
          <a:off x="0" y="1564416"/>
          <a:ext cx="11583987" cy="62517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D2074-4D01-47CC-A303-053FF562E83A}">
      <dsp:nvSpPr>
        <dsp:cNvPr id="0" name=""/>
        <dsp:cNvSpPr/>
      </dsp:nvSpPr>
      <dsp:spPr>
        <a:xfrm>
          <a:off x="189116" y="1705081"/>
          <a:ext cx="343848" cy="343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329BD-A812-4C5F-A3D6-BB59AF449893}">
      <dsp:nvSpPr>
        <dsp:cNvPr id="0" name=""/>
        <dsp:cNvSpPr/>
      </dsp:nvSpPr>
      <dsp:spPr>
        <a:xfrm>
          <a:off x="722082" y="1564416"/>
          <a:ext cx="10861904" cy="62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65" tIns="66165" rIns="66165" bIns="661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>
              <a:latin typeface="Arial"/>
            </a:rPr>
            <a:t>Error-prone Excel file lack traceability </a:t>
          </a:r>
          <a:endParaRPr lang="de-CH" sz="1900" kern="1200"/>
        </a:p>
      </dsp:txBody>
      <dsp:txXfrm>
        <a:off x="722082" y="1564416"/>
        <a:ext cx="10861904" cy="625179"/>
      </dsp:txXfrm>
    </dsp:sp>
    <dsp:sp modelId="{B34235BA-ABF3-4455-A13D-61A289E676E9}">
      <dsp:nvSpPr>
        <dsp:cNvPr id="0" name=""/>
        <dsp:cNvSpPr/>
      </dsp:nvSpPr>
      <dsp:spPr>
        <a:xfrm>
          <a:off x="0" y="2345890"/>
          <a:ext cx="11583987" cy="62517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C970D-2EC9-4C01-9377-73A37BF6BC0D}">
      <dsp:nvSpPr>
        <dsp:cNvPr id="0" name=""/>
        <dsp:cNvSpPr/>
      </dsp:nvSpPr>
      <dsp:spPr>
        <a:xfrm>
          <a:off x="189116" y="2486556"/>
          <a:ext cx="343848" cy="343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199F5-CBCE-4209-9088-D30025A62EFD}">
      <dsp:nvSpPr>
        <dsp:cNvPr id="0" name=""/>
        <dsp:cNvSpPr/>
      </dsp:nvSpPr>
      <dsp:spPr>
        <a:xfrm>
          <a:off x="722082" y="2345890"/>
          <a:ext cx="10861904" cy="62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65" tIns="66165" rIns="66165" bIns="661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Risk of </a:t>
          </a:r>
          <a:r>
            <a:rPr lang="de-CH" sz="1900" kern="1200">
              <a:latin typeface="Arial"/>
            </a:rPr>
            <a:t>lost request and missing data</a:t>
          </a:r>
          <a:endParaRPr lang="de-CH" sz="1900" kern="1200" err="1"/>
        </a:p>
      </dsp:txBody>
      <dsp:txXfrm>
        <a:off x="722082" y="2345890"/>
        <a:ext cx="10861904" cy="625179"/>
      </dsp:txXfrm>
    </dsp:sp>
    <dsp:sp modelId="{DE312327-AB2A-40A5-80DA-3A39FBC6147D}">
      <dsp:nvSpPr>
        <dsp:cNvPr id="0" name=""/>
        <dsp:cNvSpPr/>
      </dsp:nvSpPr>
      <dsp:spPr>
        <a:xfrm>
          <a:off x="0" y="3127365"/>
          <a:ext cx="11583987" cy="62517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BF207-0D7E-4E2A-A73C-3DB69F2E2F1F}">
      <dsp:nvSpPr>
        <dsp:cNvPr id="0" name=""/>
        <dsp:cNvSpPr/>
      </dsp:nvSpPr>
      <dsp:spPr>
        <a:xfrm>
          <a:off x="189116" y="3268030"/>
          <a:ext cx="343848" cy="343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7191C-4AAF-4723-BBE1-95DE6C1979E9}">
      <dsp:nvSpPr>
        <dsp:cNvPr id="0" name=""/>
        <dsp:cNvSpPr/>
      </dsp:nvSpPr>
      <dsp:spPr>
        <a:xfrm>
          <a:off x="722082" y="3127365"/>
          <a:ext cx="10861904" cy="625179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65" tIns="66165" rIns="66165" bIns="661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>
              <a:latin typeface="Arial"/>
            </a:rPr>
            <a:t>Manual </a:t>
          </a:r>
          <a:r>
            <a:rPr lang="de-CH" sz="1900" kern="1200" err="1">
              <a:latin typeface="Arial"/>
            </a:rPr>
            <a:t>notification</a:t>
          </a:r>
          <a:r>
            <a:rPr lang="de-CH" sz="1900" kern="1200">
              <a:latin typeface="Arial"/>
            </a:rPr>
            <a:t> </a:t>
          </a:r>
          <a:r>
            <a:rPr lang="de-CH" sz="1900" kern="1200" err="1">
              <a:latin typeface="Arial"/>
            </a:rPr>
            <a:t>cause</a:t>
          </a:r>
          <a:r>
            <a:rPr lang="de-CH" sz="1900" kern="1200">
              <a:latin typeface="Arial"/>
            </a:rPr>
            <a:t> </a:t>
          </a:r>
          <a:r>
            <a:rPr lang="de-CH" sz="1900" kern="1200" err="1">
              <a:latin typeface="Arial"/>
            </a:rPr>
            <a:t>coordination</a:t>
          </a:r>
          <a:r>
            <a:rPr lang="de-CH" sz="1900" kern="1200">
              <a:latin typeface="Arial"/>
            </a:rPr>
            <a:t> </a:t>
          </a:r>
          <a:r>
            <a:rPr lang="de-CH" sz="1900" kern="1200" err="1">
              <a:latin typeface="Arial"/>
            </a:rPr>
            <a:t>bottelnecks</a:t>
          </a:r>
          <a:r>
            <a:rPr lang="de-CH" sz="1900" kern="1200">
              <a:latin typeface="Arial"/>
            </a:rPr>
            <a:t> </a:t>
          </a:r>
          <a:endParaRPr lang="de-CH" sz="1900" kern="1200"/>
        </a:p>
      </dsp:txBody>
      <dsp:txXfrm>
        <a:off x="722082" y="3127365"/>
        <a:ext cx="10861904" cy="625179"/>
      </dsp:txXfrm>
    </dsp:sp>
    <dsp:sp modelId="{13FA1FFA-1266-43D8-862D-D76749F62A35}">
      <dsp:nvSpPr>
        <dsp:cNvPr id="0" name=""/>
        <dsp:cNvSpPr/>
      </dsp:nvSpPr>
      <dsp:spPr>
        <a:xfrm>
          <a:off x="0" y="3908840"/>
          <a:ext cx="11583987" cy="62517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50037-1C3E-494F-B77A-D1B11F84F676}">
      <dsp:nvSpPr>
        <dsp:cNvPr id="0" name=""/>
        <dsp:cNvSpPr/>
      </dsp:nvSpPr>
      <dsp:spPr>
        <a:xfrm>
          <a:off x="189116" y="4049505"/>
          <a:ext cx="343848" cy="3438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FDA31-B7C5-4DC9-B5CF-39451CC001EB}">
      <dsp:nvSpPr>
        <dsp:cNvPr id="0" name=""/>
        <dsp:cNvSpPr/>
      </dsp:nvSpPr>
      <dsp:spPr>
        <a:xfrm>
          <a:off x="722082" y="3908840"/>
          <a:ext cx="10861904" cy="625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65" tIns="66165" rIns="66165" bIns="661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>
              <a:latin typeface="Arial"/>
            </a:rPr>
            <a:t>No</a:t>
          </a:r>
          <a:r>
            <a:rPr lang="de-CH" sz="1900" kern="1200"/>
            <a:t> </a:t>
          </a:r>
          <a:r>
            <a:rPr lang="de-CH" sz="1900" kern="1200">
              <a:latin typeface="Arial"/>
            </a:rPr>
            <a:t>real-time tracking or central repository  </a:t>
          </a:r>
          <a:endParaRPr lang="en-US" sz="1900" kern="1200"/>
        </a:p>
      </dsp:txBody>
      <dsp:txXfrm>
        <a:off x="722082" y="3908840"/>
        <a:ext cx="10861904" cy="6251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0E64B-9992-D64A-8E9A-DEC228EB54CA}">
      <dsp:nvSpPr>
        <dsp:cNvPr id="0" name=""/>
        <dsp:cNvSpPr/>
      </dsp:nvSpPr>
      <dsp:spPr>
        <a:xfrm>
          <a:off x="5656" y="1847112"/>
          <a:ext cx="2104082" cy="841633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/>
            <a:t>Google Form</a:t>
          </a:r>
          <a:endParaRPr lang="en-US" sz="1800" kern="1200"/>
        </a:p>
      </dsp:txBody>
      <dsp:txXfrm>
        <a:off x="426473" y="1847112"/>
        <a:ext cx="1262449" cy="841633"/>
      </dsp:txXfrm>
    </dsp:sp>
    <dsp:sp modelId="{0C978D70-8A3C-ED42-8B18-097865B145BB}">
      <dsp:nvSpPr>
        <dsp:cNvPr id="0" name=""/>
        <dsp:cNvSpPr/>
      </dsp:nvSpPr>
      <dsp:spPr>
        <a:xfrm>
          <a:off x="1899330" y="1847112"/>
          <a:ext cx="2104082" cy="841633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 err="1"/>
            <a:t>Make.com</a:t>
          </a:r>
          <a:endParaRPr lang="en-US" sz="1800" kern="1200"/>
        </a:p>
      </dsp:txBody>
      <dsp:txXfrm>
        <a:off x="2320147" y="1847112"/>
        <a:ext cx="1262449" cy="841633"/>
      </dsp:txXfrm>
    </dsp:sp>
    <dsp:sp modelId="{2BAD1AFC-D4E2-AC4F-B9FB-4BB6AE57B4A2}">
      <dsp:nvSpPr>
        <dsp:cNvPr id="0" name=""/>
        <dsp:cNvSpPr/>
      </dsp:nvSpPr>
      <dsp:spPr>
        <a:xfrm>
          <a:off x="3793005" y="1847112"/>
          <a:ext cx="2104082" cy="841633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 err="1"/>
            <a:t>Camunda</a:t>
          </a:r>
          <a:endParaRPr lang="en-US" sz="1800" kern="1200"/>
        </a:p>
      </dsp:txBody>
      <dsp:txXfrm>
        <a:off x="4213822" y="1847112"/>
        <a:ext cx="1262449" cy="841633"/>
      </dsp:txXfrm>
    </dsp:sp>
    <dsp:sp modelId="{30F834FF-B6FA-C143-8385-0312CC3D0363}">
      <dsp:nvSpPr>
        <dsp:cNvPr id="0" name=""/>
        <dsp:cNvSpPr/>
      </dsp:nvSpPr>
      <dsp:spPr>
        <a:xfrm>
          <a:off x="5686679" y="1847112"/>
          <a:ext cx="2104082" cy="841633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/>
            <a:t>Supplier RFQ</a:t>
          </a:r>
          <a:endParaRPr lang="en-US" sz="1800" kern="1200"/>
        </a:p>
      </dsp:txBody>
      <dsp:txXfrm>
        <a:off x="6107496" y="1847112"/>
        <a:ext cx="1262449" cy="841633"/>
      </dsp:txXfrm>
    </dsp:sp>
    <dsp:sp modelId="{F4049E25-FBFC-B243-8F54-5DD1906531BB}">
      <dsp:nvSpPr>
        <dsp:cNvPr id="0" name=""/>
        <dsp:cNvSpPr/>
      </dsp:nvSpPr>
      <dsp:spPr>
        <a:xfrm>
          <a:off x="7580354" y="1847112"/>
          <a:ext cx="2104082" cy="841633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/>
            <a:t>DMN Evaluation</a:t>
          </a:r>
          <a:endParaRPr lang="en-US" sz="1800" kern="1200"/>
        </a:p>
      </dsp:txBody>
      <dsp:txXfrm>
        <a:off x="8001171" y="1847112"/>
        <a:ext cx="1262449" cy="841633"/>
      </dsp:txXfrm>
    </dsp:sp>
    <dsp:sp modelId="{5C37ADFA-6E3D-C743-8A8B-3F60AD5F8128}">
      <dsp:nvSpPr>
        <dsp:cNvPr id="0" name=""/>
        <dsp:cNvSpPr/>
      </dsp:nvSpPr>
      <dsp:spPr>
        <a:xfrm>
          <a:off x="9474029" y="1847112"/>
          <a:ext cx="2104082" cy="841633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Contract draft</a:t>
          </a:r>
        </a:p>
      </dsp:txBody>
      <dsp:txXfrm>
        <a:off x="9894846" y="1847112"/>
        <a:ext cx="1262449" cy="8416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24C0B-7A5F-464F-9D32-F782F6A91AA6}">
      <dsp:nvSpPr>
        <dsp:cNvPr id="0" name=""/>
        <dsp:cNvSpPr/>
      </dsp:nvSpPr>
      <dsp:spPr>
        <a:xfrm>
          <a:off x="446483" y="305328"/>
          <a:ext cx="1295717" cy="129571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6017A-210B-4506-A3E8-FCDF0BC3B640}">
      <dsp:nvSpPr>
        <dsp:cNvPr id="0" name=""/>
        <dsp:cNvSpPr/>
      </dsp:nvSpPr>
      <dsp:spPr>
        <a:xfrm>
          <a:off x="722619" y="581465"/>
          <a:ext cx="743444" cy="7434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4721E-9996-4DE5-94A6-31F69EF365C6}">
      <dsp:nvSpPr>
        <dsp:cNvPr id="0" name=""/>
        <dsp:cNvSpPr/>
      </dsp:nvSpPr>
      <dsp:spPr>
        <a:xfrm>
          <a:off x="32278" y="2004631"/>
          <a:ext cx="2124127" cy="2635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/>
            <a:t>Reduced cycle Times</a:t>
          </a:r>
          <a:br>
            <a:rPr lang="en-US" sz="1800" b="1" kern="1200"/>
          </a:br>
          <a:r>
            <a:rPr lang="en-US" sz="1800" b="1" kern="1200"/>
            <a:t>  </a:t>
          </a:r>
          <a:br>
            <a:rPr lang="en-US" sz="1800" b="0" kern="1200"/>
          </a:br>
          <a:r>
            <a:rPr lang="en-US" sz="1800" b="0" kern="1200"/>
            <a:t>Digital “self-service” form replaces manual phone/email triggers.</a:t>
          </a:r>
          <a:endParaRPr lang="en-US" sz="1800" kern="1200"/>
        </a:p>
      </dsp:txBody>
      <dsp:txXfrm>
        <a:off x="32278" y="2004631"/>
        <a:ext cx="2124127" cy="2635810"/>
      </dsp:txXfrm>
    </dsp:sp>
    <dsp:sp modelId="{88F1C06F-CAE0-4F48-9890-CB4E433FB051}">
      <dsp:nvSpPr>
        <dsp:cNvPr id="0" name=""/>
        <dsp:cNvSpPr/>
      </dsp:nvSpPr>
      <dsp:spPr>
        <a:xfrm>
          <a:off x="2942333" y="305328"/>
          <a:ext cx="1295717" cy="129571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A70B0-BC9F-40DF-B2CA-ACA9CC0A559A}">
      <dsp:nvSpPr>
        <dsp:cNvPr id="0" name=""/>
        <dsp:cNvSpPr/>
      </dsp:nvSpPr>
      <dsp:spPr>
        <a:xfrm>
          <a:off x="3218469" y="581465"/>
          <a:ext cx="743444" cy="7434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7189D-4823-49A2-AFBE-E9F309537B7E}">
      <dsp:nvSpPr>
        <dsp:cNvPr id="0" name=""/>
        <dsp:cNvSpPr/>
      </dsp:nvSpPr>
      <dsp:spPr>
        <a:xfrm>
          <a:off x="2528128" y="2004631"/>
          <a:ext cx="2124127" cy="2635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/>
            <a:t>Full Process Visibility</a:t>
          </a:r>
          <a:br>
            <a:rPr lang="en-US" sz="2000" b="1" kern="1200"/>
          </a:br>
          <a:br>
            <a:rPr lang="en-US" sz="2000" b="1" kern="1200"/>
          </a:br>
          <a:r>
            <a:rPr lang="en-US" sz="2000" b="1" kern="1200"/>
            <a:t> </a:t>
          </a:r>
          <a:r>
            <a:rPr lang="en-US" sz="2000" b="0" kern="1200"/>
            <a:t>Possible to Track requests via Camunda Cockpit.</a:t>
          </a:r>
          <a:endParaRPr lang="en-US" sz="2000" kern="1200"/>
        </a:p>
      </dsp:txBody>
      <dsp:txXfrm>
        <a:off x="2528128" y="2004631"/>
        <a:ext cx="2124127" cy="2635810"/>
      </dsp:txXfrm>
    </dsp:sp>
    <dsp:sp modelId="{ED8B2972-6F9E-4D57-A4F9-747070E68F14}">
      <dsp:nvSpPr>
        <dsp:cNvPr id="0" name=""/>
        <dsp:cNvSpPr/>
      </dsp:nvSpPr>
      <dsp:spPr>
        <a:xfrm>
          <a:off x="5438183" y="305328"/>
          <a:ext cx="1295717" cy="129571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DCC0B-4FAA-4742-8C9C-815FFE1E42E9}">
      <dsp:nvSpPr>
        <dsp:cNvPr id="0" name=""/>
        <dsp:cNvSpPr/>
      </dsp:nvSpPr>
      <dsp:spPr>
        <a:xfrm>
          <a:off x="5714319" y="581465"/>
          <a:ext cx="743444" cy="7434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E38E9-5BE5-48D4-A976-B2CB8032910C}">
      <dsp:nvSpPr>
        <dsp:cNvPr id="0" name=""/>
        <dsp:cNvSpPr/>
      </dsp:nvSpPr>
      <dsp:spPr>
        <a:xfrm>
          <a:off x="5023978" y="2004631"/>
          <a:ext cx="2124127" cy="2635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/>
            <a:t>Objective &amp; Auditable Decisions</a:t>
          </a:r>
          <a:br>
            <a:rPr lang="en-US" sz="2000" b="1" kern="1200"/>
          </a:br>
          <a:br>
            <a:rPr lang="en-US" sz="2000" b="1" kern="1200"/>
          </a:br>
          <a:r>
            <a:rPr lang="en-US" sz="2000" b="1" kern="1200"/>
            <a:t> </a:t>
          </a:r>
          <a:r>
            <a:rPr lang="en-US" sz="2000" b="0" kern="1200"/>
            <a:t>Consistent supplier scoring using DMN decision table.</a:t>
          </a:r>
          <a:endParaRPr lang="en-US" sz="2000" kern="1200"/>
        </a:p>
      </dsp:txBody>
      <dsp:txXfrm>
        <a:off x="5023978" y="2004631"/>
        <a:ext cx="2124127" cy="2635810"/>
      </dsp:txXfrm>
    </dsp:sp>
    <dsp:sp modelId="{5356AC63-D717-4BEF-B2BB-0CA9A75F8D2D}">
      <dsp:nvSpPr>
        <dsp:cNvPr id="0" name=""/>
        <dsp:cNvSpPr/>
      </dsp:nvSpPr>
      <dsp:spPr>
        <a:xfrm>
          <a:off x="7934033" y="305328"/>
          <a:ext cx="1295717" cy="129571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5DA8F3-FC8D-4880-AC0D-028301BAB66C}">
      <dsp:nvSpPr>
        <dsp:cNvPr id="0" name=""/>
        <dsp:cNvSpPr/>
      </dsp:nvSpPr>
      <dsp:spPr>
        <a:xfrm>
          <a:off x="8210169" y="581465"/>
          <a:ext cx="743444" cy="7434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2C599-F357-4F7C-BF92-B3EA91D11B93}">
      <dsp:nvSpPr>
        <dsp:cNvPr id="0" name=""/>
        <dsp:cNvSpPr/>
      </dsp:nvSpPr>
      <dsp:spPr>
        <a:xfrm>
          <a:off x="7519828" y="2004631"/>
          <a:ext cx="2124127" cy="2635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/>
            <a:t>Seamless Tool </a:t>
          </a:r>
          <a:r>
            <a:rPr lang="en-US" sz="2000" b="1" kern="1200" err="1"/>
            <a:t>IntegratioN</a:t>
          </a:r>
          <a:br>
            <a:rPr lang="en-US" sz="2000" b="0" kern="1200"/>
          </a:br>
          <a:br>
            <a:rPr lang="en-US" sz="2000" b="0" kern="1200"/>
          </a:br>
          <a:r>
            <a:rPr lang="en-US" sz="2000" b="0" kern="1200"/>
            <a:t>Camunda and </a:t>
          </a:r>
          <a:r>
            <a:rPr lang="en-US" sz="2000" b="0" kern="1200" err="1"/>
            <a:t>Make.com</a:t>
          </a:r>
          <a:r>
            <a:rPr lang="en-US" sz="2000" b="0" kern="1200"/>
            <a:t> bridges the gap between fragmented systems. </a:t>
          </a:r>
          <a:endParaRPr lang="en-US" sz="2000" kern="1200"/>
        </a:p>
      </dsp:txBody>
      <dsp:txXfrm>
        <a:off x="7519828" y="2004631"/>
        <a:ext cx="2124127" cy="2635810"/>
      </dsp:txXfrm>
    </dsp:sp>
    <dsp:sp modelId="{20F15312-E305-4F91-AF69-BF820112AE8E}">
      <dsp:nvSpPr>
        <dsp:cNvPr id="0" name=""/>
        <dsp:cNvSpPr/>
      </dsp:nvSpPr>
      <dsp:spPr>
        <a:xfrm>
          <a:off x="10429882" y="305328"/>
          <a:ext cx="1295717" cy="129571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23107-9B89-43C1-A3CF-28695628BDB5}">
      <dsp:nvSpPr>
        <dsp:cNvPr id="0" name=""/>
        <dsp:cNvSpPr/>
      </dsp:nvSpPr>
      <dsp:spPr>
        <a:xfrm>
          <a:off x="10706019" y="581465"/>
          <a:ext cx="743444" cy="7434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46F53-9FCC-41C4-B8F7-8955597213C0}">
      <dsp:nvSpPr>
        <dsp:cNvPr id="0" name=""/>
        <dsp:cNvSpPr/>
      </dsp:nvSpPr>
      <dsp:spPr>
        <a:xfrm>
          <a:off x="10015678" y="2004631"/>
          <a:ext cx="2124127" cy="2635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1" kern="1200"/>
            <a:t>Complete Audit trail </a:t>
          </a:r>
          <a:br>
            <a:rPr lang="en-US" sz="2000" b="1" kern="1200"/>
          </a:br>
          <a:br>
            <a:rPr lang="en-US" sz="2000" b="1" kern="1200"/>
          </a:br>
          <a:r>
            <a:rPr lang="en-US" sz="2000" b="0" kern="1200"/>
            <a:t>Every decision, score, and form submission is digitally logged.</a:t>
          </a:r>
          <a:endParaRPr lang="en-US" sz="2000" kern="1200"/>
        </a:p>
      </dsp:txBody>
      <dsp:txXfrm>
        <a:off x="10015678" y="2004631"/>
        <a:ext cx="2124127" cy="2635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8536" y="0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CH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3662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8536" y="9443662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74B13BA-36C6-4300-B5B6-6C1D152DFF13}" type="slidenum">
              <a:rPr lang="de-CH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8857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6" y="0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CH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3" y="746125"/>
            <a:ext cx="662622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Textmasterformate durch Klicken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3662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6" y="9443662"/>
            <a:ext cx="2951851" cy="497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58061DB-DF71-4765-99A4-14E22DF63CCF}" type="slidenum">
              <a:rPr lang="de-CH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77471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1170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328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842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" y="2621084"/>
            <a:ext cx="12234006" cy="4326916"/>
          </a:xfrm>
          <a:prstGeom prst="rect">
            <a:avLst/>
          </a:prstGeom>
        </p:spPr>
      </p:pic>
      <p:sp>
        <p:nvSpPr>
          <p:cNvPr id="3" name="Rechteck 2"/>
          <p:cNvSpPr/>
          <p:nvPr userDrawn="1"/>
        </p:nvSpPr>
        <p:spPr bwMode="auto">
          <a:xfrm>
            <a:off x="0" y="3247200"/>
            <a:ext cx="736601" cy="3081600"/>
          </a:xfrm>
          <a:prstGeom prst="rect">
            <a:avLst/>
          </a:prstGeom>
          <a:solidFill>
            <a:srgbClr val="3B4D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100" b="0" i="0" u="none" strike="noStrike" cap="none" normalizeH="0" baseline="0">
              <a:ln>
                <a:noFill/>
              </a:ln>
              <a:solidFill>
                <a:srgbClr val="003479"/>
              </a:solidFill>
              <a:effectLst/>
              <a:latin typeface="Arial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404367"/>
            <a:ext cx="11316606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</p:spTree>
    <p:extLst>
      <p:ext uri="{BB962C8B-B14F-4D97-AF65-F5344CB8AC3E}">
        <p14:creationId xmlns:p14="http://schemas.microsoft.com/office/powerpoint/2010/main" val="407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customiz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2621084"/>
            <a:ext cx="12241213" cy="432740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CH"/>
              <a:t>Title Slide picture</a:t>
            </a:r>
          </a:p>
        </p:txBody>
      </p:sp>
      <p:sp>
        <p:nvSpPr>
          <p:cNvPr id="3" name="Rechteck 2"/>
          <p:cNvSpPr/>
          <p:nvPr userDrawn="1"/>
        </p:nvSpPr>
        <p:spPr bwMode="auto">
          <a:xfrm>
            <a:off x="0" y="3247200"/>
            <a:ext cx="736601" cy="3081600"/>
          </a:xfrm>
          <a:prstGeom prst="rect">
            <a:avLst/>
          </a:prstGeom>
          <a:solidFill>
            <a:srgbClr val="3B4D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100" b="0" i="0" u="none" strike="noStrike" cap="none" normalizeH="0" baseline="0">
              <a:ln>
                <a:noFill/>
              </a:ln>
              <a:solidFill>
                <a:srgbClr val="003479"/>
              </a:solidFill>
              <a:effectLst/>
              <a:latin typeface="Arial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404367"/>
            <a:ext cx="11316606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</p:spTree>
    <p:extLst>
      <p:ext uri="{BB962C8B-B14F-4D97-AF65-F5344CB8AC3E}">
        <p14:creationId xmlns:p14="http://schemas.microsoft.com/office/powerpoint/2010/main" val="427153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044327"/>
            <a:ext cx="11583768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925200" y="2197100"/>
            <a:ext cx="11583768" cy="4464050"/>
          </a:xfrm>
        </p:spPr>
        <p:txBody>
          <a:bodyPr/>
          <a:lstStyle>
            <a:lvl1pPr>
              <a:spcBef>
                <a:spcPts val="1200"/>
              </a:spcBef>
              <a:defRPr sz="2000" b="0" i="0" baseline="0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5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1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E&amp;Y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7834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 userDrawn="1">
          <p15:clr>
            <a:srgbClr val="FBAE40"/>
          </p15:clr>
        </p15:guide>
        <p15:guide id="2" pos="42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925513" y="2089150"/>
            <a:ext cx="11591925" cy="4787900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Picture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044327"/>
            <a:ext cx="11582969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7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5" hasCustomPrompt="1"/>
          </p:nvPr>
        </p:nvSpPr>
        <p:spPr>
          <a:xfrm>
            <a:off x="925513" y="1511300"/>
            <a:ext cx="11582400" cy="4789488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Picture</a:t>
            </a:r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27995" y="6476400"/>
            <a:ext cx="11581147" cy="544591"/>
          </a:xfrm>
        </p:spPr>
        <p:txBody>
          <a:bodyPr/>
          <a:lstStyle>
            <a:lvl1pPr>
              <a:spcBef>
                <a:spcPts val="800"/>
              </a:spcBef>
              <a:defRPr sz="1500" b="0"/>
            </a:lvl1pPr>
          </a:lstStyle>
          <a:p>
            <a:pPr lvl="0"/>
            <a:r>
              <a:rPr lang="de-CH"/>
              <a:t>Text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8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077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4" hasCustomPrompt="1"/>
          </p:nvPr>
        </p:nvSpPr>
        <p:spPr>
          <a:xfrm>
            <a:off x="925513" y="1509713"/>
            <a:ext cx="5618162" cy="5151437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Picture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6721475" y="1509713"/>
            <a:ext cx="5974537" cy="686742"/>
          </a:xfrm>
        </p:spPr>
        <p:txBody>
          <a:bodyPr anchor="t" anchorCtr="0"/>
          <a:lstStyle>
            <a:lvl1pPr>
              <a:defRPr sz="20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6721475" y="2340472"/>
            <a:ext cx="5976664" cy="4320678"/>
          </a:xfrm>
        </p:spPr>
        <p:txBody>
          <a:bodyPr/>
          <a:lstStyle>
            <a:lvl1pPr>
              <a:spcBef>
                <a:spcPts val="1200"/>
              </a:spcBef>
              <a:defRPr sz="2000" b="0" i="0" baseline="0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8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04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0482-B099-E5DC-CA08-F202C7DFC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84D33-6E14-B4E6-8937-04B710AB8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5BBD4-1DEB-76CE-32A1-65E4B7CF6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EC18-0165-4586-8426-69818E519350}" type="datetimeFigureOut">
              <a:rPr lang="en-CH" smtClean="0"/>
              <a:t>05/28/2026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D8ECB-B17E-E8D8-0AFA-DB15D4B8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1A59-D39B-2D6B-20F7-28736EE3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3419-88DD-4AE2-84DD-AFBE4E3906D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312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5200" y="1501110"/>
            <a:ext cx="11583768" cy="82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5200" y="2525841"/>
            <a:ext cx="11583768" cy="4535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Erste Ebene</a:t>
            </a:r>
          </a:p>
          <a:p>
            <a:pPr lvl="2"/>
            <a:r>
              <a:rPr lang="de-CH"/>
              <a:t>Zweite Ebene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E916B6D-0C9F-3E4D-A634-C47190B1505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851" y="314399"/>
            <a:ext cx="142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fik 10" descr="Ein Bild, das Text, Schild, Vektorgrafiken, ClipArt enthält.&#10;&#10;Automatisch generierte Beschreibung">
            <a:extLst>
              <a:ext uri="{FF2B5EF4-FFF2-40B4-BE49-F238E27FC236}">
                <a16:creationId xmlns:a16="http://schemas.microsoft.com/office/drawing/2014/main" id="{EF9F243D-421A-0640-BB6C-BDE7B1D1D8A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043" y="256382"/>
            <a:ext cx="1284906" cy="432585"/>
          </a:xfrm>
          <a:prstGeom prst="rect">
            <a:avLst/>
          </a:prstGeom>
        </p:spPr>
      </p:pic>
      <p:pic>
        <p:nvPicPr>
          <p:cNvPr id="3" name="Grafik 2" descr="Ein Bild, das Text, Schrift, weiß, Screenshot enthält.&#10;&#10;Automatisch generierte Beschreibung">
            <a:extLst>
              <a:ext uri="{FF2B5EF4-FFF2-40B4-BE49-F238E27FC236}">
                <a16:creationId xmlns:a16="http://schemas.microsoft.com/office/drawing/2014/main" id="{216EB4CF-ED04-2597-A316-E8E47F4BDE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07"/>
          <a:stretch>
            <a:fillRect/>
          </a:stretch>
        </p:blipFill>
        <p:spPr>
          <a:xfrm>
            <a:off x="616421" y="245211"/>
            <a:ext cx="2879890" cy="52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1" r:id="rId2"/>
    <p:sldLayoutId id="2147483655" r:id="rId3"/>
    <p:sldLayoutId id="2147483657" r:id="rId4"/>
    <p:sldLayoutId id="2147483659" r:id="rId5"/>
    <p:sldLayoutId id="2147483660" r:id="rId6"/>
    <p:sldLayoutId id="2147483662" r:id="rId7"/>
  </p:sldLayoutIdLst>
  <p:hf hdr="0" ftr="0" dt="0"/>
  <p:txStyles>
    <p:titleStyle>
      <a:lvl1pPr algn="l" defTabSz="1042988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2pPr>
      <a:lvl3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3pPr>
      <a:lvl4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4pPr>
      <a:lvl5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5pPr>
      <a:lvl6pPr marL="4572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6pPr>
      <a:lvl7pPr marL="9144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7pPr>
      <a:lvl8pPr marL="13716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8pPr>
      <a:lvl9pPr marL="18288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9pPr>
    </p:titleStyle>
    <p:bodyStyle>
      <a:lvl1pPr algn="l" defTabSz="1042988" rtl="0" eaLnBrk="1" fontAlgn="base" hangingPunct="1">
        <a:lnSpc>
          <a:spcPct val="115000"/>
        </a:lnSpc>
        <a:spcBef>
          <a:spcPct val="10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352425" indent="-171450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712788" indent="-169863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073150" indent="-180975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14319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5pPr>
      <a:lvl6pPr marL="18891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3463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28035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2607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B7CA042-F005-8D34-5937-1F659DB47222}"/>
              </a:ext>
            </a:extLst>
          </p:cNvPr>
          <p:cNvSpPr txBox="1"/>
          <p:nvPr/>
        </p:nvSpPr>
        <p:spPr>
          <a:xfrm>
            <a:off x="1477108" y="6744305"/>
            <a:ext cx="1034554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de-CH" sz="2000"/>
              <a:t>28.05.2026</a:t>
            </a:r>
            <a:endParaRPr lang="en-GB" sz="2000" i="1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DDAB5E8-7722-C9A1-38E5-41CE5348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CH" err="1"/>
              <a:t>Digitalization</a:t>
            </a:r>
            <a:r>
              <a:rPr lang="de-CH"/>
              <a:t> </a:t>
            </a:r>
            <a:r>
              <a:rPr lang="de-CH" err="1"/>
              <a:t>of</a:t>
            </a:r>
            <a:r>
              <a:rPr lang="de-CH"/>
              <a:t> Business </a:t>
            </a:r>
            <a:r>
              <a:rPr lang="de-CH" err="1"/>
              <a:t>Processes</a:t>
            </a:r>
            <a:endParaRPr lang="de-DE" b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92EBC0-6696-111C-A645-E4DB55D98BA8}"/>
              </a:ext>
            </a:extLst>
          </p:cNvPr>
          <p:cNvSpPr txBox="1"/>
          <p:nvPr/>
        </p:nvSpPr>
        <p:spPr>
          <a:xfrm>
            <a:off x="4565416" y="2772425"/>
            <a:ext cx="4312118" cy="9233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/>
            <a:endParaRPr lang="de-DE" sz="2000"/>
          </a:p>
          <a:p>
            <a:pPr algn="ctr"/>
            <a:r>
              <a:rPr lang="de-CH" sz="2000"/>
              <a:t>Supplier </a:t>
            </a:r>
            <a:r>
              <a:rPr lang="de-CH" sz="2000" err="1"/>
              <a:t>Selection</a:t>
            </a:r>
            <a:r>
              <a:rPr lang="de-CH" sz="2000"/>
              <a:t> </a:t>
            </a:r>
            <a:br>
              <a:rPr lang="de-CH" sz="2000"/>
            </a:br>
            <a:r>
              <a:rPr lang="de-CH" sz="2000"/>
              <a:t>Group Project</a:t>
            </a:r>
            <a:endParaRPr lang="de-DE" sz="20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FE4BA65-4986-2D38-61F2-547D4ED4A127}"/>
              </a:ext>
            </a:extLst>
          </p:cNvPr>
          <p:cNvSpPr txBox="1"/>
          <p:nvPr/>
        </p:nvSpPr>
        <p:spPr>
          <a:xfrm>
            <a:off x="4493822" y="5427639"/>
            <a:ext cx="4312118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/>
            <a:endParaRPr lang="de-DE" sz="2000"/>
          </a:p>
          <a:p>
            <a:pPr algn="ctr"/>
            <a:r>
              <a:rPr lang="de-CH" sz="2000"/>
              <a:t>Lukas </a:t>
            </a:r>
            <a:r>
              <a:rPr lang="de-CH" sz="2000" err="1"/>
              <a:t>Uske</a:t>
            </a:r>
            <a:r>
              <a:rPr lang="de-CH" sz="2000"/>
              <a:t>, Talip Ates, Alexis Marquet, Joanne </a:t>
            </a:r>
            <a:r>
              <a:rPr lang="de-CH" sz="2000" err="1"/>
              <a:t>Chimuti</a:t>
            </a:r>
            <a:r>
              <a:rPr lang="de-CH" sz="2000"/>
              <a:t>-Lobsiger, Harpreet Kaur</a:t>
            </a:r>
            <a:endParaRPr lang="de-DE" sz="200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5DB4619-1B0D-134A-F454-90CFDBE14211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9730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D1A8-6A32-004E-5018-0875F0566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00" y="1152195"/>
            <a:ext cx="11583768" cy="827336"/>
          </a:xfrm>
        </p:spPr>
        <p:txBody>
          <a:bodyPr wrap="square" anchor="b">
            <a:normAutofit/>
          </a:bodyPr>
          <a:lstStyle/>
          <a:p>
            <a:r>
              <a:rPr lang="de-CH"/>
              <a:t>About The Project </a:t>
            </a:r>
            <a:endParaRPr lang="en-CH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239B2B-1D4F-81D3-C02C-E4C3273163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570429"/>
              </p:ext>
            </p:extLst>
          </p:nvPr>
        </p:nvGraphicFramePr>
        <p:xfrm>
          <a:off x="925513" y="2525713"/>
          <a:ext cx="11583987" cy="453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985D804-29D4-016B-91C9-6025A1E1809C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3484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76A-66EA-F87C-BF4F-289948A4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605" y="324742"/>
            <a:ext cx="10910744" cy="1139668"/>
          </a:xfrm>
        </p:spPr>
        <p:txBody>
          <a:bodyPr>
            <a:normAutofit/>
          </a:bodyPr>
          <a:lstStyle/>
          <a:p>
            <a:r>
              <a:rPr lang="de-CH" sz="4410">
                <a:solidFill>
                  <a:srgbClr val="FFFFFF"/>
                </a:solidFill>
              </a:rPr>
              <a:t>                               </a:t>
            </a:r>
            <a:endParaRPr lang="en-CH" sz="441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E546E-79D3-4503-920B-A93FC821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6901" y="2563186"/>
            <a:ext cx="5074447" cy="4053806"/>
          </a:xfrm>
        </p:spPr>
        <p:txBody>
          <a:bodyPr anchor="ctr">
            <a:normAutofit fontScale="85000" lnSpcReduction="10000"/>
          </a:bodyPr>
          <a:lstStyle/>
          <a:p>
            <a:pPr marL="342900" indent="-342900">
              <a:buFont typeface="Arial"/>
              <a:buChar char="•"/>
            </a:pPr>
            <a:r>
              <a:rPr lang="en-US">
                <a:cs typeface="Arial"/>
              </a:rPr>
              <a:t>Manual entry by a phone or email.</a:t>
            </a:r>
          </a:p>
          <a:p>
            <a:pPr marL="342900" indent="-342900">
              <a:lnSpc>
                <a:spcPct val="114999"/>
              </a:lnSpc>
              <a:buFont typeface="Arial"/>
              <a:buChar char="•"/>
            </a:pPr>
            <a:r>
              <a:rPr lang="en-US">
                <a:cs typeface="Arial"/>
              </a:rPr>
              <a:t>Sales manually logs the request and uses email-based notification to reach procurement.</a:t>
            </a:r>
          </a:p>
          <a:p>
            <a:pPr marL="342900" indent="-342900">
              <a:lnSpc>
                <a:spcPct val="114999"/>
              </a:lnSpc>
              <a:buFont typeface="Arial"/>
              <a:buChar char="•"/>
            </a:pPr>
            <a:r>
              <a:rPr lang="en-US">
                <a:cs typeface="Arial"/>
              </a:rPr>
              <a:t>Procurement manages sourcing and supplier quotation.</a:t>
            </a:r>
          </a:p>
          <a:p>
            <a:pPr marL="342900" indent="-342900">
              <a:lnSpc>
                <a:spcPct val="114999"/>
              </a:lnSpc>
              <a:buFont typeface="Arial"/>
              <a:buChar char="•"/>
            </a:pPr>
            <a:r>
              <a:rPr lang="en-US">
                <a:cs typeface="Arial"/>
              </a:rPr>
              <a:t>Excel based supplier comparison and manual supplier creation in ERP by master data.</a:t>
            </a:r>
          </a:p>
          <a:p>
            <a:pPr marL="342900" indent="-342900">
              <a:lnSpc>
                <a:spcPct val="114999"/>
              </a:lnSpc>
              <a:buFont typeface="Arial"/>
              <a:buChar char="•"/>
            </a:pPr>
            <a:r>
              <a:rPr lang="en-US">
                <a:cs typeface="Arial"/>
              </a:rPr>
              <a:t>Contracts are stored in shared folders and the process closes with manual order confirmation.</a:t>
            </a:r>
            <a:endParaRPr lang="de-CH" sz="190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AA919-E508-369D-7C11-C218BCA28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63" y="2373239"/>
            <a:ext cx="7185130" cy="362131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2875F6-5522-4F9B-2654-4A250F432865}"/>
              </a:ext>
            </a:extLst>
          </p:cNvPr>
          <p:cNvSpPr txBox="1">
            <a:spLocks/>
          </p:cNvSpPr>
          <p:nvPr/>
        </p:nvSpPr>
        <p:spPr bwMode="auto">
          <a:xfrm>
            <a:off x="925200" y="1152195"/>
            <a:ext cx="11583768" cy="82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>
            <a:lvl1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800" b="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CH" kern="0"/>
              <a:t>As-</a:t>
            </a:r>
            <a:r>
              <a:rPr lang="de-CH" kern="0" err="1"/>
              <a:t>is</a:t>
            </a:r>
            <a:r>
              <a:rPr lang="de-CH" kern="0"/>
              <a:t> </a:t>
            </a:r>
            <a:r>
              <a:rPr lang="de-CH" kern="0" err="1"/>
              <a:t>Process</a:t>
            </a:r>
            <a:endParaRPr lang="en-CH" kern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CAD5ADD-EED7-4A40-99D6-898CCC00A8B7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39158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D84B-A2A3-97EA-01B8-47609890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00" y="1152195"/>
            <a:ext cx="11583768" cy="827336"/>
          </a:xfrm>
        </p:spPr>
        <p:txBody>
          <a:bodyPr wrap="square" anchor="b">
            <a:normAutofit/>
          </a:bodyPr>
          <a:lstStyle/>
          <a:p>
            <a:r>
              <a:rPr lang="de-CH"/>
              <a:t>Challenges in </a:t>
            </a:r>
            <a:r>
              <a:rPr lang="de-CH" err="1"/>
              <a:t>the</a:t>
            </a:r>
            <a:r>
              <a:rPr lang="de-CH"/>
              <a:t> As-</a:t>
            </a:r>
            <a:r>
              <a:rPr lang="de-CH" err="1"/>
              <a:t>is</a:t>
            </a:r>
            <a:r>
              <a:rPr lang="de-CH"/>
              <a:t> </a:t>
            </a:r>
            <a:r>
              <a:rPr lang="de-CH" err="1"/>
              <a:t>Process</a:t>
            </a:r>
            <a:endParaRPr lang="en-CH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C4DAE2-27D6-F9B9-7809-0413F4469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159534"/>
              </p:ext>
            </p:extLst>
          </p:nvPr>
        </p:nvGraphicFramePr>
        <p:xfrm>
          <a:off x="925513" y="2525713"/>
          <a:ext cx="11583987" cy="453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6BC21955-A863-177C-C4F1-FA55086BF61D}"/>
              </a:ext>
            </a:extLst>
          </p:cNvPr>
          <p:cNvSpPr txBox="1">
            <a:spLocks/>
          </p:cNvSpPr>
          <p:nvPr/>
        </p:nvSpPr>
        <p:spPr bwMode="auto">
          <a:xfrm>
            <a:off x="1077600" y="2238726"/>
            <a:ext cx="11583768" cy="82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>
            <a:lvl1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800" b="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en-CH" kern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8FAFE2-07F0-FD99-385C-3D908EA373FC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373337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18C052C-713D-92EA-0807-66F2A421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82" t="19550" r="55059" b="54815"/>
          <a:stretch>
            <a:fillRect/>
          </a:stretch>
        </p:blipFill>
        <p:spPr>
          <a:xfrm>
            <a:off x="1013542" y="3889747"/>
            <a:ext cx="1191797" cy="1291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348890-97FD-4030-CD5B-93F96733D416}"/>
              </a:ext>
            </a:extLst>
          </p:cNvPr>
          <p:cNvSpPr txBox="1"/>
          <p:nvPr/>
        </p:nvSpPr>
        <p:spPr>
          <a:xfrm>
            <a:off x="2236188" y="2637409"/>
            <a:ext cx="24529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Digital self-service google form with automated process start via </a:t>
            </a:r>
            <a:r>
              <a:rPr lang="en-US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Make.com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integration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cs typeface="Arial"/>
            </a:endParaRPr>
          </a:p>
        </p:txBody>
      </p:sp>
      <p:pic>
        <p:nvPicPr>
          <p:cNvPr id="4" name="Grafik 4">
            <a:extLst>
              <a:ext uri="{FF2B5EF4-FFF2-40B4-BE49-F238E27FC236}">
                <a16:creationId xmlns:a16="http://schemas.microsoft.com/office/drawing/2014/main" id="{F043CBB4-3421-5DA1-2F23-74832CB45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8" t="19188" r="84953" b="54797"/>
          <a:stretch>
            <a:fillRect/>
          </a:stretch>
        </p:blipFill>
        <p:spPr>
          <a:xfrm>
            <a:off x="1029635" y="2328994"/>
            <a:ext cx="1181284" cy="1311071"/>
          </a:xfrm>
          <a:prstGeom prst="rect">
            <a:avLst/>
          </a:prstGeom>
        </p:spPr>
      </p:pic>
      <p:pic>
        <p:nvPicPr>
          <p:cNvPr id="7" name="Grafik 4">
            <a:extLst>
              <a:ext uri="{FF2B5EF4-FFF2-40B4-BE49-F238E27FC236}">
                <a16:creationId xmlns:a16="http://schemas.microsoft.com/office/drawing/2014/main" id="{DE5E7DFF-782C-5872-6947-3FF93EF15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40" t="18652" r="25069" b="57341"/>
          <a:stretch>
            <a:fillRect/>
          </a:stretch>
        </p:blipFill>
        <p:spPr>
          <a:xfrm>
            <a:off x="4663128" y="2322950"/>
            <a:ext cx="1169990" cy="1209910"/>
          </a:xfrm>
          <a:prstGeom prst="rect">
            <a:avLst/>
          </a:prstGeom>
        </p:spPr>
      </p:pic>
      <p:pic>
        <p:nvPicPr>
          <p:cNvPr id="9" name="Grafik 4">
            <a:extLst>
              <a:ext uri="{FF2B5EF4-FFF2-40B4-BE49-F238E27FC236}">
                <a16:creationId xmlns:a16="http://schemas.microsoft.com/office/drawing/2014/main" id="{C346B707-1B5B-C8C6-0FC5-E15883175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31" t="54017" r="85066" b="21976"/>
          <a:stretch>
            <a:fillRect/>
          </a:stretch>
        </p:blipFill>
        <p:spPr>
          <a:xfrm>
            <a:off x="4665735" y="3971734"/>
            <a:ext cx="1171681" cy="12099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D96215-59B3-7102-E2E3-605C6FB8E63C}"/>
              </a:ext>
            </a:extLst>
          </p:cNvPr>
          <p:cNvSpPr txBox="1"/>
          <p:nvPr/>
        </p:nvSpPr>
        <p:spPr>
          <a:xfrm>
            <a:off x="2215691" y="4212444"/>
            <a:ext cx="23517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tx2"/>
                </a:solidFill>
                <a:latin typeface="Arial"/>
                <a:cs typeface="Segoe UI"/>
              </a:rPr>
              <a:t>Standardized data capture and clear digital process with workflow engine</a:t>
            </a:r>
            <a:endParaRPr lang="en-US" sz="1400">
              <a:solidFill>
                <a:schemeClr val="tx2"/>
              </a:solidFill>
              <a:cs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14890-EB29-89F8-0615-F52BD8F40978}"/>
              </a:ext>
            </a:extLst>
          </p:cNvPr>
          <p:cNvSpPr txBox="1"/>
          <p:nvPr/>
        </p:nvSpPr>
        <p:spPr>
          <a:xfrm>
            <a:off x="5827767" y="2628116"/>
            <a:ext cx="22735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"/>
                <a:cs typeface="Segoe UI"/>
              </a:rPr>
              <a:t>Automated supplier scoring and selection using DMN decision tables</a:t>
            </a:r>
            <a:endParaRPr lang="en-US" sz="1400">
              <a:cs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DCF55-BEF1-22EE-740D-B690FAB3BE3A}"/>
              </a:ext>
            </a:extLst>
          </p:cNvPr>
          <p:cNvSpPr txBox="1"/>
          <p:nvPr/>
        </p:nvSpPr>
        <p:spPr>
          <a:xfrm>
            <a:off x="5935664" y="4253520"/>
            <a:ext cx="21348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Segoe UI"/>
              </a:rPr>
              <a:t>Automated contract draft generation via </a:t>
            </a:r>
            <a:r>
              <a:rPr lang="en-US" sz="1400" err="1">
                <a:solidFill>
                  <a:srgbClr val="000000"/>
                </a:solidFill>
                <a:latin typeface="Arial"/>
                <a:ea typeface="Arial"/>
                <a:cs typeface="Segoe UI"/>
              </a:rPr>
              <a:t>Make.com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Segoe UI"/>
              </a:rPr>
              <a:t> and Google Docs</a:t>
            </a:r>
            <a:r>
              <a:rPr sz="1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2772DE-8D51-A540-CB75-788EE3959706}"/>
              </a:ext>
            </a:extLst>
          </p:cNvPr>
          <p:cNvSpPr txBox="1"/>
          <p:nvPr/>
        </p:nvSpPr>
        <p:spPr>
          <a:xfrm>
            <a:off x="9463577" y="2428955"/>
            <a:ext cx="254098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"/>
                <a:cs typeface="Segoe UI"/>
              </a:rPr>
              <a:t>Opportunities for further development towards automated purchase order and tracking</a:t>
            </a:r>
            <a:endParaRPr lang="en-US" sz="1400">
              <a:cs typeface="Segoe UI"/>
            </a:endParaRPr>
          </a:p>
        </p:txBody>
      </p:sp>
      <p:pic>
        <p:nvPicPr>
          <p:cNvPr id="11" name="Grafik 4">
            <a:extLst>
              <a:ext uri="{FF2B5EF4-FFF2-40B4-BE49-F238E27FC236}">
                <a16:creationId xmlns:a16="http://schemas.microsoft.com/office/drawing/2014/main" id="{EF70D31A-358F-3EC9-B03E-DB88409CA4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40" t="18652" r="25069" b="57341"/>
          <a:stretch>
            <a:fillRect/>
          </a:stretch>
        </p:blipFill>
        <p:spPr>
          <a:xfrm>
            <a:off x="8298938" y="3966642"/>
            <a:ext cx="1169990" cy="12099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FD2572-48DF-400E-EC5D-55EFEA46607A}"/>
              </a:ext>
            </a:extLst>
          </p:cNvPr>
          <p:cNvSpPr txBox="1"/>
          <p:nvPr/>
        </p:nvSpPr>
        <p:spPr>
          <a:xfrm>
            <a:off x="9463577" y="4253520"/>
            <a:ext cx="22735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"/>
                <a:cs typeface="Segoe UI"/>
              </a:rPr>
              <a:t>Overview of every customer request, enables further analysis</a:t>
            </a:r>
            <a:endParaRPr lang="en-US" sz="1400"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A3CA0-341F-9D61-535F-DB2C11B8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00" y="1152195"/>
            <a:ext cx="11583768" cy="827336"/>
          </a:xfrm>
        </p:spPr>
        <p:txBody>
          <a:bodyPr wrap="square" anchor="b">
            <a:normAutofit/>
          </a:bodyPr>
          <a:lstStyle/>
          <a:p>
            <a:r>
              <a:rPr lang="de-CH"/>
              <a:t>About </a:t>
            </a:r>
            <a:r>
              <a:rPr lang="de-CH" err="1"/>
              <a:t>our</a:t>
            </a:r>
            <a:r>
              <a:rPr lang="de-CH"/>
              <a:t> </a:t>
            </a:r>
            <a:r>
              <a:rPr lang="de-CH" err="1"/>
              <a:t>To-be-Process</a:t>
            </a:r>
            <a:endParaRPr lang="en-CH"/>
          </a:p>
        </p:txBody>
      </p:sp>
      <p:pic>
        <p:nvPicPr>
          <p:cNvPr id="16" name="Grafik 15" descr="automation-graphic-operating-system-97849_640 - James Attorney Cloud">
            <a:extLst>
              <a:ext uri="{FF2B5EF4-FFF2-40B4-BE49-F238E27FC236}">
                <a16:creationId xmlns:a16="http://schemas.microsoft.com/office/drawing/2014/main" id="{F7389711-A5B7-69AF-46AB-82AEC4B88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688" y="2337881"/>
            <a:ext cx="1095232" cy="1180048"/>
          </a:xfrm>
          <a:prstGeom prst="rect">
            <a:avLst/>
          </a:prstGeom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AD32906-DA94-4947-1122-61A8ED128B68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367035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 hidden="1">
            <a:extLst>
              <a:ext uri="{FF2B5EF4-FFF2-40B4-BE49-F238E27FC236}">
                <a16:creationId xmlns:a16="http://schemas.microsoft.com/office/drawing/2014/main" id="{B2315C0E-EA4D-0C12-A6BA-8271DFAD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3314" y="7197725"/>
            <a:ext cx="1085654" cy="17938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8C812475-90CC-411E-A993-929AF0D0895B}" type="slidenum">
              <a:rPr lang="de-CH" smtClean="0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6</a:t>
            </a:fld>
            <a:endParaRPr lang="de-CH">
              <a:solidFill>
                <a:srgbClr val="000000"/>
              </a:solidFill>
            </a:endParaRPr>
          </a:p>
        </p:txBody>
      </p:sp>
      <p:graphicFrame>
        <p:nvGraphicFramePr>
          <p:cNvPr id="20" name="Bildplatzhalter 1">
            <a:extLst>
              <a:ext uri="{FF2B5EF4-FFF2-40B4-BE49-F238E27FC236}">
                <a16:creationId xmlns:a16="http://schemas.microsoft.com/office/drawing/2014/main" id="{33CADF30-9B70-1874-EA31-7D05C9785B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7292278"/>
              </p:ext>
            </p:extLst>
          </p:nvPr>
        </p:nvGraphicFramePr>
        <p:xfrm>
          <a:off x="925200" y="2525841"/>
          <a:ext cx="11583768" cy="4535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B6D903B-8977-D7B4-B3DC-1BD8EC242CCD}"/>
              </a:ext>
            </a:extLst>
          </p:cNvPr>
          <p:cNvSpPr txBox="1">
            <a:spLocks/>
          </p:cNvSpPr>
          <p:nvPr/>
        </p:nvSpPr>
        <p:spPr bwMode="auto">
          <a:xfrm>
            <a:off x="925200" y="1152195"/>
            <a:ext cx="11583768" cy="82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>
            <a:lvl1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800" b="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CH" kern="0" err="1"/>
              <a:t>To-be-Process</a:t>
            </a:r>
            <a:endParaRPr lang="en-CH" kern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E883867-F945-FE1B-77FC-17BFD02FB368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318866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13">
            <a:extLst>
              <a:ext uri="{FF2B5EF4-FFF2-40B4-BE49-F238E27FC236}">
                <a16:creationId xmlns:a16="http://schemas.microsoft.com/office/drawing/2014/main" id="{790A39CC-DFBE-66D3-0178-8970DC48C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209187"/>
              </p:ext>
            </p:extLst>
          </p:nvPr>
        </p:nvGraphicFramePr>
        <p:xfrm>
          <a:off x="336884" y="2116768"/>
          <a:ext cx="12172084" cy="4945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DFA6394-4522-B42D-452E-4835B1184137}"/>
              </a:ext>
            </a:extLst>
          </p:cNvPr>
          <p:cNvSpPr txBox="1">
            <a:spLocks/>
          </p:cNvSpPr>
          <p:nvPr/>
        </p:nvSpPr>
        <p:spPr bwMode="auto">
          <a:xfrm>
            <a:off x="925200" y="1152195"/>
            <a:ext cx="11583768" cy="82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>
            <a:lvl1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800" b="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defTabSz="1042988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CH" kern="0"/>
              <a:t>Gains </a:t>
            </a:r>
            <a:r>
              <a:rPr lang="de-CH" kern="0" err="1"/>
              <a:t>of</a:t>
            </a:r>
            <a:r>
              <a:rPr lang="de-CH" kern="0"/>
              <a:t> </a:t>
            </a:r>
            <a:r>
              <a:rPr lang="de-CH" kern="0" err="1"/>
              <a:t>the</a:t>
            </a:r>
            <a:r>
              <a:rPr lang="de-CH" kern="0"/>
              <a:t> </a:t>
            </a:r>
            <a:r>
              <a:rPr lang="de-CH" kern="0" err="1"/>
              <a:t>To-be-Process</a:t>
            </a:r>
            <a:endParaRPr lang="en-CH" kern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4FACDE9-4F9B-2D82-2D35-1E7BE0DB37EE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3153575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184E2DD-C80B-77D5-974A-CB7B8BF1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00" y="1152195"/>
            <a:ext cx="11583768" cy="827336"/>
          </a:xfrm>
        </p:spPr>
        <p:txBody>
          <a:bodyPr wrap="square" anchor="b">
            <a:normAutofit/>
          </a:bodyPr>
          <a:lstStyle/>
          <a:p>
            <a:r>
              <a:rPr lang="de-CH"/>
              <a:t>Questions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ECB28-8FBE-4E14-51C3-A9BE7D698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DigiBP</a:t>
            </a:r>
            <a:r>
              <a:rPr lang="en-US"/>
              <a:t> Group Project</a:t>
            </a:r>
          </a:p>
        </p:txBody>
      </p:sp>
      <p:pic>
        <p:nvPicPr>
          <p:cNvPr id="9" name="Grafik 8" descr="Fragezeichen mit einfarbiger Füllung">
            <a:extLst>
              <a:ext uri="{FF2B5EF4-FFF2-40B4-BE49-F238E27FC236}">
                <a16:creationId xmlns:a16="http://schemas.microsoft.com/office/drawing/2014/main" id="{9BAE769A-6450-ED69-9563-A86880DE8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01039" y="2890332"/>
            <a:ext cx="1780598" cy="1780598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1EEBA04-620C-9B72-FEFD-967AFE39C0C9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</p:spTree>
    <p:extLst>
      <p:ext uri="{BB962C8B-B14F-4D97-AF65-F5344CB8AC3E}">
        <p14:creationId xmlns:p14="http://schemas.microsoft.com/office/powerpoint/2010/main" val="73472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F41F87C-BE1A-738A-7239-2F67F33D5572}"/>
              </a:ext>
            </a:extLst>
          </p:cNvPr>
          <p:cNvSpPr txBox="1">
            <a:spLocks/>
          </p:cNvSpPr>
          <p:nvPr/>
        </p:nvSpPr>
        <p:spPr bwMode="auto">
          <a:xfrm>
            <a:off x="983314" y="7197725"/>
            <a:ext cx="10440000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042988" rtl="0" eaLnBrk="1" fontAlgn="base" hangingPunct="1">
              <a:lnSpc>
                <a:spcPct val="115000"/>
              </a:lnSpc>
              <a:spcBef>
                <a:spcPct val="100000"/>
              </a:spcBef>
              <a:spcAft>
                <a:spcPct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0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712788" indent="-169863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073150" indent="-180975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4319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5pPr>
            <a:lvl6pPr marL="18891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3463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28035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260725" indent="-179388" algn="l" defTabSz="1042988" rtl="0"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err="1"/>
              <a:t>DigiBP</a:t>
            </a:r>
            <a:r>
              <a:rPr lang="en-US" kern="0"/>
              <a:t> Group Project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3FFCEE-CA5E-BAB5-A67C-9871E08C9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97" y="2305131"/>
            <a:ext cx="1603153" cy="4892594"/>
          </a:xfrm>
          <a:prstGeom prst="rect">
            <a:avLst/>
          </a:prstGeom>
        </p:spPr>
      </p:pic>
      <p:sp>
        <p:nvSpPr>
          <p:cNvPr id="4" name="Abgerundete rechteckige Legende 3">
            <a:extLst>
              <a:ext uri="{FF2B5EF4-FFF2-40B4-BE49-F238E27FC236}">
                <a16:creationId xmlns:a16="http://schemas.microsoft.com/office/drawing/2014/main" id="{617DF81E-1783-89B4-22E7-0780A6845815}"/>
              </a:ext>
            </a:extLst>
          </p:cNvPr>
          <p:cNvSpPr/>
          <p:nvPr/>
        </p:nvSpPr>
        <p:spPr bwMode="auto">
          <a:xfrm>
            <a:off x="7523050" y="1048914"/>
            <a:ext cx="3188369" cy="1323474"/>
          </a:xfrm>
          <a:prstGeom prst="wedgeRoundRectCallout">
            <a:avLst>
              <a:gd name="adj1" fmla="val -61588"/>
              <a:gd name="adj2" fmla="val 6886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4800">
                <a:solidFill>
                  <a:schemeClr val="bg1"/>
                </a:solidFill>
              </a:rPr>
              <a:t>Thank you</a:t>
            </a:r>
            <a:endParaRPr kumimoji="0" lang="de-DE" sz="4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70505"/>
      </p:ext>
    </p:extLst>
  </p:cSld>
  <p:clrMapOvr>
    <a:masterClrMapping/>
  </p:clrMapOvr>
</p:sld>
</file>

<file path=ppt/theme/theme1.xml><?xml version="1.0" encoding="utf-8"?>
<a:theme xmlns:a="http://schemas.openxmlformats.org/drawingml/2006/main" name="FHNWPPE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nutzerdefiniert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429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429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ctr" anchorCtr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E557F4-32B5-437B-B40A-BB3F41BFE14B}">
  <we:reference id="22ff87a5-132f-4d52-9e97-94d888e4dd91" version="3.8.0.0" store="EXCatalog" storeType="EXCatalog"/>
  <we:alternateReferences>
    <we:reference id="WA104380050" version="3.8.0.0" store="de-DE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B59D31CC2ACC42B8EDB62EA67910D9" ma:contentTypeVersion="12" ma:contentTypeDescription="Create a new document." ma:contentTypeScope="" ma:versionID="db40813e4809776f35286da0d0146dfd">
  <xsd:schema xmlns:xsd="http://www.w3.org/2001/XMLSchema" xmlns:xs="http://www.w3.org/2001/XMLSchema" xmlns:p="http://schemas.microsoft.com/office/2006/metadata/properties" xmlns:ns3="3f41073c-e00b-473d-9ef7-9e33ca3dfabb" xmlns:ns4="42c5a1ae-a545-4b19-898d-905ef9d56a48" targetNamespace="http://schemas.microsoft.com/office/2006/metadata/properties" ma:root="true" ma:fieldsID="af8c0871f6fb5eba8fc3b7983938ab7a" ns3:_="" ns4:_="">
    <xsd:import namespace="3f41073c-e00b-473d-9ef7-9e33ca3dfabb"/>
    <xsd:import namespace="42c5a1ae-a545-4b19-898d-905ef9d56a4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41073c-e00b-473d-9ef7-9e33ca3dfab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c5a1ae-a545-4b19-898d-905ef9d56a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c5a1ae-a545-4b19-898d-905ef9d56a4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26E4CF-EA57-4442-BCE7-91B3EF153088}">
  <ds:schemaRefs>
    <ds:schemaRef ds:uri="3f41073c-e00b-473d-9ef7-9e33ca3dfabb"/>
    <ds:schemaRef ds:uri="42c5a1ae-a545-4b19-898d-905ef9d56a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8AE257-5CD6-405E-8608-4D484C1265C0}">
  <ds:schemaRefs>
    <ds:schemaRef ds:uri="3f41073c-e00b-473d-9ef7-9e33ca3dfabb"/>
    <ds:schemaRef ds:uri="42c5a1ae-a545-4b19-898d-905ef9d56a4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06F0F7-CAC7-4DF3-A184-9314C0E4DA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9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FHNWPPE</vt:lpstr>
      <vt:lpstr>Digitalization of Business Processes</vt:lpstr>
      <vt:lpstr>About The Project </vt:lpstr>
      <vt:lpstr>                               </vt:lpstr>
      <vt:lpstr>Challenges in the As-is Process</vt:lpstr>
      <vt:lpstr>About our To-be-Process</vt:lpstr>
      <vt:lpstr>PowerPoint Presentation</vt:lpstr>
      <vt:lpstr>PowerPoint Presentation</vt:lpstr>
      <vt:lpstr>Questions</vt:lpstr>
      <vt:lpstr>PowerPoint Presentation</vt:lpstr>
    </vt:vector>
  </TitlesOfParts>
  <Company>Fachhochschule Nordwestschweiz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 Ausbildung EN 16x9</dc:title>
  <dc:creator>Anja Brönnimann</dc:creator>
  <cp:keywords/>
  <dc:description/>
  <cp:revision>1</cp:revision>
  <cp:lastPrinted>2017-05-15T09:05:36Z</cp:lastPrinted>
  <dcterms:created xsi:type="dcterms:W3CDTF">2017-04-20T09:18:31Z</dcterms:created>
  <dcterms:modified xsi:type="dcterms:W3CDTF">2026-05-28T10:56:44Z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0x0101009FB59D31CC2ACC42B8EDB62EA67910D9</vt:lpwstr>
  </property>
  <property fmtid="{D5CDD505-2E9C-101B-9397-08002B2CF9AE}" pid="3" name="ProcessesHSOE">
    <vt:lpwstr>9;#FHNW|d3939a15-4f87-489a-86a1-d0e81e92c4fe</vt:lpwstr>
  </property>
  <property fmtid="{D5CDD505-2E9C-101B-9397-08002B2CF9AE}" pid="4" name="WorkflowChangePath">
    <vt:lpwstr>d533b4bc-016c-4c10-a271-18bf054fa908,4;83c9ecdf-ab02-417f-9939-b145cd4f9bdb,6;83c9ecdf-ab02-417f-9939-b145cd4f9bdb,8;83c9ecdf-ab02-417f-9939-b145cd4f9bdb,10;</vt:lpwstr>
  </property>
</Properties>
</file>